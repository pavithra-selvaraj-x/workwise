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94" r:id="rId2"/>
    <p:sldId id="303" r:id="rId3"/>
    <p:sldId id="304" r:id="rId4"/>
    <p:sldId id="302" r:id="rId5"/>
    <p:sldId id="310" r:id="rId6"/>
    <p:sldId id="298" r:id="rId7"/>
    <p:sldId id="301" r:id="rId8"/>
    <p:sldId id="311" r:id="rId9"/>
    <p:sldId id="313" r:id="rId10"/>
    <p:sldId id="312" r:id="rId11"/>
    <p:sldId id="314" r:id="rId12"/>
    <p:sldId id="308" r:id="rId13"/>
    <p:sldId id="315" r:id="rId14"/>
    <p:sldId id="293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80C0F-DE23-7505-4D4B-6B205E71B87A}" v="2" dt="2024-04-30T06:32:15.383"/>
    <p1510:client id="{706D35BD-6258-A23D-FE05-12BD89E13C26}" v="648" dt="2024-04-30T11:19:06.233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92C5FA-7097-473A-876E-BF3533AEB1D7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B5FF645-7B22-46F4-861A-0B06ADD09E90}">
      <dgm:prSet phldr="0"/>
      <dgm:spPr/>
      <dgm:t>
        <a:bodyPr/>
        <a:lstStyle/>
        <a:p>
          <a:pPr algn="l" rtl="0"/>
          <a:r>
            <a:rPr lang="en-US" dirty="0">
              <a:latin typeface="Arial Black"/>
            </a:rPr>
            <a:t>Examples: </a:t>
          </a:r>
          <a:r>
            <a:rPr lang="en-US" dirty="0" err="1">
              <a:latin typeface="Arial Black"/>
            </a:rPr>
            <a:t>ChatGpt</a:t>
          </a:r>
          <a:r>
            <a:rPr lang="en-US" dirty="0">
              <a:latin typeface="Arial Black"/>
            </a:rPr>
            <a:t>, Gemini </a:t>
          </a:r>
          <a:r>
            <a:rPr lang="en-US" dirty="0" err="1">
              <a:latin typeface="Arial Black"/>
            </a:rPr>
            <a:t>etc</a:t>
          </a:r>
          <a:endParaRPr lang="en-US" dirty="0" err="1"/>
        </a:p>
      </dgm:t>
    </dgm:pt>
    <dgm:pt modelId="{0EEA4CBC-E816-485F-AFB4-B7559448C873}" type="parTrans" cxnId="{AB35CA2F-9A8E-4886-9A65-1AFFDF5D3E00}">
      <dgm:prSet/>
      <dgm:spPr/>
      <dgm:t>
        <a:bodyPr/>
        <a:lstStyle/>
        <a:p>
          <a:endParaRPr lang="en-US"/>
        </a:p>
      </dgm:t>
    </dgm:pt>
    <dgm:pt modelId="{94D680DD-FA02-4884-A66A-DC25F8C965FF}" type="sibTrans" cxnId="{AB35CA2F-9A8E-4886-9A65-1AFFDF5D3E00}">
      <dgm:prSet/>
      <dgm:spPr/>
      <dgm:t>
        <a:bodyPr/>
        <a:lstStyle/>
        <a:p>
          <a:endParaRPr lang="en-US"/>
        </a:p>
      </dgm:t>
    </dgm:pt>
    <dgm:pt modelId="{58AF91BA-1BD2-4735-BAAB-60480845CD4D}">
      <dgm:prSet phldr="0"/>
      <dgm:spPr/>
      <dgm:t>
        <a:bodyPr/>
        <a:lstStyle/>
        <a:p>
          <a:pPr algn="l" rtl="0"/>
          <a:r>
            <a:rPr lang="en-US" dirty="0" err="1">
              <a:latin typeface="Arial Black"/>
            </a:rPr>
            <a:t>GenAI</a:t>
          </a:r>
          <a:r>
            <a:rPr lang="en-US" dirty="0">
              <a:latin typeface="Arial Black"/>
            </a:rPr>
            <a:t>: Short for Generative Artificial Intelligence.</a:t>
          </a:r>
        </a:p>
      </dgm:t>
    </dgm:pt>
    <dgm:pt modelId="{BE205F5F-FF34-444A-8365-0FADD53CA9E1}" type="parTrans" cxnId="{A5973C38-0F9E-4FE8-BD6B-A8AAC9B2DD97}">
      <dgm:prSet/>
      <dgm:spPr/>
    </dgm:pt>
    <dgm:pt modelId="{F91B0B58-970C-4B54-A9B0-91EFA77A86EA}" type="sibTrans" cxnId="{A5973C38-0F9E-4FE8-BD6B-A8AAC9B2DD97}">
      <dgm:prSet/>
      <dgm:spPr/>
    </dgm:pt>
    <dgm:pt modelId="{6F50E275-ED6C-4444-9933-BB82DC9E71AD}">
      <dgm:prSet phldr="0"/>
      <dgm:spPr/>
      <dgm:t>
        <a:bodyPr/>
        <a:lstStyle/>
        <a:p>
          <a:pPr algn="l" rtl="0"/>
          <a:r>
            <a:rPr lang="en-US" dirty="0">
              <a:latin typeface="Arial Black"/>
            </a:rPr>
            <a:t>It is a conversational AI model  designed to engage in human-like text-based conversations, understand context, generate relevant responses, and provide assistance across a wide range of topics. </a:t>
          </a:r>
          <a:endParaRPr lang="en-US" dirty="0"/>
        </a:p>
      </dgm:t>
    </dgm:pt>
    <dgm:pt modelId="{81272DBE-0D21-4044-9AB0-B1D7421B0259}" type="parTrans" cxnId="{658F0FE7-0176-4802-9DC4-C0E520120B1D}">
      <dgm:prSet/>
      <dgm:spPr/>
    </dgm:pt>
    <dgm:pt modelId="{8BA85B4B-38BC-4B1C-A479-3568C42F1D39}" type="sibTrans" cxnId="{658F0FE7-0176-4802-9DC4-C0E520120B1D}">
      <dgm:prSet/>
      <dgm:spPr/>
    </dgm:pt>
    <dgm:pt modelId="{C3F7900A-BFEF-4BB2-9295-4C79B43BF0AD}">
      <dgm:prSet phldr="0"/>
      <dgm:spPr/>
      <dgm:t>
        <a:bodyPr/>
        <a:lstStyle/>
        <a:p>
          <a:pPr algn="l"/>
          <a:r>
            <a:rPr lang="en-US" dirty="0">
              <a:latin typeface="Arial Black"/>
            </a:rPr>
            <a:t>GenAI can learn, reason, and solve problems autonomously.</a:t>
          </a:r>
          <a:endParaRPr lang="en-US" dirty="0"/>
        </a:p>
      </dgm:t>
    </dgm:pt>
    <dgm:pt modelId="{0B223FF9-BB01-4935-94D1-4853138F6169}" type="parTrans" cxnId="{CCA54C7F-3F30-4F39-BBB5-4EA4E6D3FD0C}">
      <dgm:prSet/>
      <dgm:spPr/>
    </dgm:pt>
    <dgm:pt modelId="{BE7E5BA9-2951-4518-82ED-F79F39226C7C}" type="sibTrans" cxnId="{CCA54C7F-3F30-4F39-BBB5-4EA4E6D3FD0C}">
      <dgm:prSet/>
      <dgm:spPr/>
    </dgm:pt>
    <dgm:pt modelId="{B390C972-255A-4EF7-8042-3EBCF66B8675}">
      <dgm:prSet phldr="0"/>
      <dgm:spPr/>
      <dgm:t>
        <a:bodyPr/>
        <a:lstStyle/>
        <a:p>
          <a:pPr algn="l" rtl="0"/>
          <a:r>
            <a:rPr lang="en-US" dirty="0">
              <a:latin typeface="Arial Black"/>
            </a:rPr>
            <a:t>GenAI is adaptable and can perform a wide range of tasks without specific programming though prompts.</a:t>
          </a:r>
          <a:endParaRPr lang="en-US" dirty="0"/>
        </a:p>
      </dgm:t>
    </dgm:pt>
    <dgm:pt modelId="{ABECCC38-BF37-4644-ABA1-BCCB4E216565}" type="parTrans" cxnId="{4315515A-C46B-4B98-B8B4-D32DF0CA28DD}">
      <dgm:prSet/>
      <dgm:spPr/>
    </dgm:pt>
    <dgm:pt modelId="{17E9316A-7132-480A-B958-55BB0DF3FE68}" type="sibTrans" cxnId="{4315515A-C46B-4B98-B8B4-D32DF0CA28DD}">
      <dgm:prSet/>
      <dgm:spPr/>
    </dgm:pt>
    <dgm:pt modelId="{EA8AA339-5065-4882-A223-1EC288A8E491}" type="pres">
      <dgm:prSet presAssocID="{8192C5FA-7097-473A-876E-BF3533AEB1D7}" presName="linear" presStyleCnt="0">
        <dgm:presLayoutVars>
          <dgm:animLvl val="lvl"/>
          <dgm:resizeHandles val="exact"/>
        </dgm:presLayoutVars>
      </dgm:prSet>
      <dgm:spPr/>
    </dgm:pt>
    <dgm:pt modelId="{D1620384-59EA-4EC9-B7F9-ECFDDB8F17CC}" type="pres">
      <dgm:prSet presAssocID="{58AF91BA-1BD2-4735-BAAB-60480845CD4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337DF4A-5EEB-4A67-8103-1CCFD33F40F5}" type="pres">
      <dgm:prSet presAssocID="{F91B0B58-970C-4B54-A9B0-91EFA77A86EA}" presName="spacer" presStyleCnt="0"/>
      <dgm:spPr/>
    </dgm:pt>
    <dgm:pt modelId="{9AD87AD6-1CB1-440F-9EA9-9329915D64C6}" type="pres">
      <dgm:prSet presAssocID="{6F50E275-ED6C-4444-9933-BB82DC9E71A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FFC7DF5-C4C9-4B58-B0E6-952C60CE00E7}" type="pres">
      <dgm:prSet presAssocID="{8BA85B4B-38BC-4B1C-A479-3568C42F1D39}" presName="spacer" presStyleCnt="0"/>
      <dgm:spPr/>
    </dgm:pt>
    <dgm:pt modelId="{C88A4833-633F-4501-BE60-D441455B2993}" type="pres">
      <dgm:prSet presAssocID="{C3F7900A-BFEF-4BB2-9295-4C79B43BF0A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103C723-D80A-47AF-8684-2A6767E16C36}" type="pres">
      <dgm:prSet presAssocID="{BE7E5BA9-2951-4518-82ED-F79F39226C7C}" presName="spacer" presStyleCnt="0"/>
      <dgm:spPr/>
    </dgm:pt>
    <dgm:pt modelId="{CA02EED5-C1AD-4303-BFBB-E4294FBE3A5A}" type="pres">
      <dgm:prSet presAssocID="{B390C972-255A-4EF7-8042-3EBCF66B867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5C04809-B4F7-4B2D-8A5E-3B107EF04C3A}" type="pres">
      <dgm:prSet presAssocID="{17E9316A-7132-480A-B958-55BB0DF3FE68}" presName="spacer" presStyleCnt="0"/>
      <dgm:spPr/>
    </dgm:pt>
    <dgm:pt modelId="{9945844A-31B6-489A-B55A-EE63D5AFA21E}" type="pres">
      <dgm:prSet presAssocID="{EB5FF645-7B22-46F4-861A-0B06ADD09E9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7B56707-3D55-4157-8214-DEEF52A9E0B4}" type="presOf" srcId="{6F50E275-ED6C-4444-9933-BB82DC9E71AD}" destId="{9AD87AD6-1CB1-440F-9EA9-9329915D64C6}" srcOrd="0" destOrd="0" presId="urn:microsoft.com/office/officeart/2005/8/layout/vList2"/>
    <dgm:cxn modelId="{81E6200A-7BAD-4FAA-B4A7-88CBBEC253B7}" type="presOf" srcId="{EB5FF645-7B22-46F4-861A-0B06ADD09E90}" destId="{9945844A-31B6-489A-B55A-EE63D5AFA21E}" srcOrd="0" destOrd="0" presId="urn:microsoft.com/office/officeart/2005/8/layout/vList2"/>
    <dgm:cxn modelId="{AB35CA2F-9A8E-4886-9A65-1AFFDF5D3E00}" srcId="{8192C5FA-7097-473A-876E-BF3533AEB1D7}" destId="{EB5FF645-7B22-46F4-861A-0B06ADD09E90}" srcOrd="4" destOrd="0" parTransId="{0EEA4CBC-E816-485F-AFB4-B7559448C873}" sibTransId="{94D680DD-FA02-4884-A66A-DC25F8C965FF}"/>
    <dgm:cxn modelId="{A5973C38-0F9E-4FE8-BD6B-A8AAC9B2DD97}" srcId="{8192C5FA-7097-473A-876E-BF3533AEB1D7}" destId="{58AF91BA-1BD2-4735-BAAB-60480845CD4D}" srcOrd="0" destOrd="0" parTransId="{BE205F5F-FF34-444A-8365-0FADD53CA9E1}" sibTransId="{F91B0B58-970C-4B54-A9B0-91EFA77A86EA}"/>
    <dgm:cxn modelId="{4315515A-C46B-4B98-B8B4-D32DF0CA28DD}" srcId="{8192C5FA-7097-473A-876E-BF3533AEB1D7}" destId="{B390C972-255A-4EF7-8042-3EBCF66B8675}" srcOrd="3" destOrd="0" parTransId="{ABECCC38-BF37-4644-ABA1-BCCB4E216565}" sibTransId="{17E9316A-7132-480A-B958-55BB0DF3FE68}"/>
    <dgm:cxn modelId="{CCA54C7F-3F30-4F39-BBB5-4EA4E6D3FD0C}" srcId="{8192C5FA-7097-473A-876E-BF3533AEB1D7}" destId="{C3F7900A-BFEF-4BB2-9295-4C79B43BF0AD}" srcOrd="2" destOrd="0" parTransId="{0B223FF9-BB01-4935-94D1-4853138F6169}" sibTransId="{BE7E5BA9-2951-4518-82ED-F79F39226C7C}"/>
    <dgm:cxn modelId="{013D0A9C-C25F-4F0A-962F-7E2B816250C8}" type="presOf" srcId="{B390C972-255A-4EF7-8042-3EBCF66B8675}" destId="{CA02EED5-C1AD-4303-BFBB-E4294FBE3A5A}" srcOrd="0" destOrd="0" presId="urn:microsoft.com/office/officeart/2005/8/layout/vList2"/>
    <dgm:cxn modelId="{DB6FA39E-FA51-44D5-9936-5E7F8E7A9EA6}" type="presOf" srcId="{8192C5FA-7097-473A-876E-BF3533AEB1D7}" destId="{EA8AA339-5065-4882-A223-1EC288A8E491}" srcOrd="0" destOrd="0" presId="urn:microsoft.com/office/officeart/2005/8/layout/vList2"/>
    <dgm:cxn modelId="{6E80A4B0-1C3B-480E-A2D1-AF05A53753E9}" type="presOf" srcId="{C3F7900A-BFEF-4BB2-9295-4C79B43BF0AD}" destId="{C88A4833-633F-4501-BE60-D441455B2993}" srcOrd="0" destOrd="0" presId="urn:microsoft.com/office/officeart/2005/8/layout/vList2"/>
    <dgm:cxn modelId="{CDC603D1-3AEE-4FFA-859A-F210447BE9AB}" type="presOf" srcId="{58AF91BA-1BD2-4735-BAAB-60480845CD4D}" destId="{D1620384-59EA-4EC9-B7F9-ECFDDB8F17CC}" srcOrd="0" destOrd="0" presId="urn:microsoft.com/office/officeart/2005/8/layout/vList2"/>
    <dgm:cxn modelId="{658F0FE7-0176-4802-9DC4-C0E520120B1D}" srcId="{8192C5FA-7097-473A-876E-BF3533AEB1D7}" destId="{6F50E275-ED6C-4444-9933-BB82DC9E71AD}" srcOrd="1" destOrd="0" parTransId="{81272DBE-0D21-4044-9AB0-B1D7421B0259}" sibTransId="{8BA85B4B-38BC-4B1C-A479-3568C42F1D39}"/>
    <dgm:cxn modelId="{E7D3DFF4-4A1D-42B7-B68A-3C9A63CC2837}" type="presParOf" srcId="{EA8AA339-5065-4882-A223-1EC288A8E491}" destId="{D1620384-59EA-4EC9-B7F9-ECFDDB8F17CC}" srcOrd="0" destOrd="0" presId="urn:microsoft.com/office/officeart/2005/8/layout/vList2"/>
    <dgm:cxn modelId="{1122DF89-7401-43A5-8201-B46227508C0E}" type="presParOf" srcId="{EA8AA339-5065-4882-A223-1EC288A8E491}" destId="{C337DF4A-5EEB-4A67-8103-1CCFD33F40F5}" srcOrd="1" destOrd="0" presId="urn:microsoft.com/office/officeart/2005/8/layout/vList2"/>
    <dgm:cxn modelId="{F3871B56-6649-4322-B2A4-FFF391F8BB69}" type="presParOf" srcId="{EA8AA339-5065-4882-A223-1EC288A8E491}" destId="{9AD87AD6-1CB1-440F-9EA9-9329915D64C6}" srcOrd="2" destOrd="0" presId="urn:microsoft.com/office/officeart/2005/8/layout/vList2"/>
    <dgm:cxn modelId="{E32861F7-4559-4B85-914E-79FE5822D640}" type="presParOf" srcId="{EA8AA339-5065-4882-A223-1EC288A8E491}" destId="{DFFC7DF5-C4C9-4B58-B0E6-952C60CE00E7}" srcOrd="3" destOrd="0" presId="urn:microsoft.com/office/officeart/2005/8/layout/vList2"/>
    <dgm:cxn modelId="{E5AFB720-1A49-4029-B1DC-9CC72F000021}" type="presParOf" srcId="{EA8AA339-5065-4882-A223-1EC288A8E491}" destId="{C88A4833-633F-4501-BE60-D441455B2993}" srcOrd="4" destOrd="0" presId="urn:microsoft.com/office/officeart/2005/8/layout/vList2"/>
    <dgm:cxn modelId="{B78C0567-C05E-497E-8F36-85EF1A2DD472}" type="presParOf" srcId="{EA8AA339-5065-4882-A223-1EC288A8E491}" destId="{8103C723-D80A-47AF-8684-2A6767E16C36}" srcOrd="5" destOrd="0" presId="urn:microsoft.com/office/officeart/2005/8/layout/vList2"/>
    <dgm:cxn modelId="{2CEAC608-7BF1-41C6-8412-22356DB357FF}" type="presParOf" srcId="{EA8AA339-5065-4882-A223-1EC288A8E491}" destId="{CA02EED5-C1AD-4303-BFBB-E4294FBE3A5A}" srcOrd="6" destOrd="0" presId="urn:microsoft.com/office/officeart/2005/8/layout/vList2"/>
    <dgm:cxn modelId="{1F76764E-4BDB-4D75-BFE1-91EB21296D06}" type="presParOf" srcId="{EA8AA339-5065-4882-A223-1EC288A8E491}" destId="{15C04809-B4F7-4B2D-8A5E-3B107EF04C3A}" srcOrd="7" destOrd="0" presId="urn:microsoft.com/office/officeart/2005/8/layout/vList2"/>
    <dgm:cxn modelId="{C8FDB41C-6F51-4279-8B4C-A4358CE15DC4}" type="presParOf" srcId="{EA8AA339-5065-4882-A223-1EC288A8E491}" destId="{9945844A-31B6-489A-B55A-EE63D5AFA21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62EE36-8839-41A5-B140-515280AD453F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88682FD1-CD32-45FC-9E1F-7CF1BBBE5F95}">
      <dgm:prSet/>
      <dgm:spPr/>
      <dgm:t>
        <a:bodyPr/>
        <a:lstStyle/>
        <a:p>
          <a:r>
            <a:rPr lang="en-US"/>
            <a:t>User-Centric Design</a:t>
          </a:r>
        </a:p>
      </dgm:t>
    </dgm:pt>
    <dgm:pt modelId="{65914A47-2924-4562-94FB-130D574E93D0}" type="parTrans" cxnId="{537772AC-5399-40DB-9F29-45282591288A}">
      <dgm:prSet/>
      <dgm:spPr/>
      <dgm:t>
        <a:bodyPr/>
        <a:lstStyle/>
        <a:p>
          <a:endParaRPr lang="en-US"/>
        </a:p>
      </dgm:t>
    </dgm:pt>
    <dgm:pt modelId="{782B31C5-3283-4FCF-952F-ADF89D78B6F4}" type="sibTrans" cxnId="{537772AC-5399-40DB-9F29-45282591288A}">
      <dgm:prSet/>
      <dgm:spPr/>
      <dgm:t>
        <a:bodyPr/>
        <a:lstStyle/>
        <a:p>
          <a:endParaRPr lang="en-US"/>
        </a:p>
      </dgm:t>
    </dgm:pt>
    <dgm:pt modelId="{CEBB7AF3-E841-48AB-9B7D-1822C1B351DA}">
      <dgm:prSet/>
      <dgm:spPr/>
      <dgm:t>
        <a:bodyPr/>
        <a:lstStyle/>
        <a:p>
          <a:r>
            <a:rPr lang="en-US"/>
            <a:t>Security</a:t>
          </a:r>
        </a:p>
      </dgm:t>
    </dgm:pt>
    <dgm:pt modelId="{E9093221-5524-476E-922E-FEA1B1697966}" type="parTrans" cxnId="{8E68D8CC-64A5-4D15-8701-23066E062DE6}">
      <dgm:prSet/>
      <dgm:spPr/>
      <dgm:t>
        <a:bodyPr/>
        <a:lstStyle/>
        <a:p>
          <a:endParaRPr lang="en-US"/>
        </a:p>
      </dgm:t>
    </dgm:pt>
    <dgm:pt modelId="{CDFCBB35-00A1-4834-87D5-1E3E6634D544}" type="sibTrans" cxnId="{8E68D8CC-64A5-4D15-8701-23066E062DE6}">
      <dgm:prSet/>
      <dgm:spPr/>
      <dgm:t>
        <a:bodyPr/>
        <a:lstStyle/>
        <a:p>
          <a:endParaRPr lang="en-US"/>
        </a:p>
      </dgm:t>
    </dgm:pt>
    <dgm:pt modelId="{C0F23E91-50A5-480D-8B1C-811EBDB35017}">
      <dgm:prSet/>
      <dgm:spPr/>
      <dgm:t>
        <a:bodyPr/>
        <a:lstStyle/>
        <a:p>
          <a:r>
            <a:rPr lang="en-US"/>
            <a:t>Maintainability</a:t>
          </a:r>
        </a:p>
      </dgm:t>
    </dgm:pt>
    <dgm:pt modelId="{10C2D1AA-3064-4299-9B46-7D115EC3A912}" type="parTrans" cxnId="{449E0D75-3634-4477-8C7A-469D75D0085A}">
      <dgm:prSet/>
      <dgm:spPr/>
      <dgm:t>
        <a:bodyPr/>
        <a:lstStyle/>
        <a:p>
          <a:endParaRPr lang="en-US"/>
        </a:p>
      </dgm:t>
    </dgm:pt>
    <dgm:pt modelId="{3304D682-C84A-4642-B4C0-C90B3A3AA619}" type="sibTrans" cxnId="{449E0D75-3634-4477-8C7A-469D75D0085A}">
      <dgm:prSet/>
      <dgm:spPr/>
      <dgm:t>
        <a:bodyPr/>
        <a:lstStyle/>
        <a:p>
          <a:endParaRPr lang="en-US"/>
        </a:p>
      </dgm:t>
    </dgm:pt>
    <dgm:pt modelId="{B7C4180C-0F5B-48DB-97A9-43A6B68A2377}" type="pres">
      <dgm:prSet presAssocID="{C062EE36-8839-41A5-B140-515280AD453F}" presName="root" presStyleCnt="0">
        <dgm:presLayoutVars>
          <dgm:dir/>
          <dgm:resizeHandles val="exact"/>
        </dgm:presLayoutVars>
      </dgm:prSet>
      <dgm:spPr/>
    </dgm:pt>
    <dgm:pt modelId="{B754CAAE-C746-4A24-AF26-5E9190EE23D3}" type="pres">
      <dgm:prSet presAssocID="{88682FD1-CD32-45FC-9E1F-7CF1BBBE5F95}" presName="compNode" presStyleCnt="0"/>
      <dgm:spPr/>
    </dgm:pt>
    <dgm:pt modelId="{1D1AAF30-1F25-4496-A5FA-3D826A6017DD}" type="pres">
      <dgm:prSet presAssocID="{88682FD1-CD32-45FC-9E1F-7CF1BBBE5F9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BD3210E-22D8-48C0-B7A9-2EAD03FF1AF2}" type="pres">
      <dgm:prSet presAssocID="{88682FD1-CD32-45FC-9E1F-7CF1BBBE5F95}" presName="spaceRect" presStyleCnt="0"/>
      <dgm:spPr/>
    </dgm:pt>
    <dgm:pt modelId="{A6AE214B-1582-4A1D-A962-7AEE4F17964C}" type="pres">
      <dgm:prSet presAssocID="{88682FD1-CD32-45FC-9E1F-7CF1BBBE5F95}" presName="textRect" presStyleLbl="revTx" presStyleIdx="0" presStyleCnt="3">
        <dgm:presLayoutVars>
          <dgm:chMax val="1"/>
          <dgm:chPref val="1"/>
        </dgm:presLayoutVars>
      </dgm:prSet>
      <dgm:spPr/>
    </dgm:pt>
    <dgm:pt modelId="{3CE3DD70-99AC-407C-ABE1-EB0C2AC97A48}" type="pres">
      <dgm:prSet presAssocID="{782B31C5-3283-4FCF-952F-ADF89D78B6F4}" presName="sibTrans" presStyleCnt="0"/>
      <dgm:spPr/>
    </dgm:pt>
    <dgm:pt modelId="{49B72FE0-FC47-4436-995F-65B29C5E8305}" type="pres">
      <dgm:prSet presAssocID="{CEBB7AF3-E841-48AB-9B7D-1822C1B351DA}" presName="compNode" presStyleCnt="0"/>
      <dgm:spPr/>
    </dgm:pt>
    <dgm:pt modelId="{91EA6F8C-DE7F-484C-B2BF-039A158D6884}" type="pres">
      <dgm:prSet presAssocID="{CEBB7AF3-E841-48AB-9B7D-1822C1B351D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2B6FD933-36B2-4BD9-A0BE-E4FA2695F68C}" type="pres">
      <dgm:prSet presAssocID="{CEBB7AF3-E841-48AB-9B7D-1822C1B351DA}" presName="spaceRect" presStyleCnt="0"/>
      <dgm:spPr/>
    </dgm:pt>
    <dgm:pt modelId="{A1DC65DD-6B18-49EB-9012-72346E99784B}" type="pres">
      <dgm:prSet presAssocID="{CEBB7AF3-E841-48AB-9B7D-1822C1B351DA}" presName="textRect" presStyleLbl="revTx" presStyleIdx="1" presStyleCnt="3">
        <dgm:presLayoutVars>
          <dgm:chMax val="1"/>
          <dgm:chPref val="1"/>
        </dgm:presLayoutVars>
      </dgm:prSet>
      <dgm:spPr/>
    </dgm:pt>
    <dgm:pt modelId="{F60EA841-80BD-41DF-BD45-12DBC66A0FEA}" type="pres">
      <dgm:prSet presAssocID="{CDFCBB35-00A1-4834-87D5-1E3E6634D544}" presName="sibTrans" presStyleCnt="0"/>
      <dgm:spPr/>
    </dgm:pt>
    <dgm:pt modelId="{1D7B5352-FD68-40F8-ACB4-BFD65419C7F8}" type="pres">
      <dgm:prSet presAssocID="{C0F23E91-50A5-480D-8B1C-811EBDB35017}" presName="compNode" presStyleCnt="0"/>
      <dgm:spPr/>
    </dgm:pt>
    <dgm:pt modelId="{E36FDA23-1640-4FB3-8857-3F5DC6B5DCCC}" type="pres">
      <dgm:prSet presAssocID="{C0F23E91-50A5-480D-8B1C-811EBDB3501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FC2A17A-6C78-436E-80A5-96DE2E486977}" type="pres">
      <dgm:prSet presAssocID="{C0F23E91-50A5-480D-8B1C-811EBDB35017}" presName="spaceRect" presStyleCnt="0"/>
      <dgm:spPr/>
    </dgm:pt>
    <dgm:pt modelId="{1AD46D2B-8C52-4A81-9771-0A784873D753}" type="pres">
      <dgm:prSet presAssocID="{C0F23E91-50A5-480D-8B1C-811EBDB3501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FB8523B-4AF7-4F5E-91C3-0EFC247CDB3D}" type="presOf" srcId="{C062EE36-8839-41A5-B140-515280AD453F}" destId="{B7C4180C-0F5B-48DB-97A9-43A6B68A2377}" srcOrd="0" destOrd="0" presId="urn:microsoft.com/office/officeart/2018/2/layout/IconLabelList"/>
    <dgm:cxn modelId="{449E0D75-3634-4477-8C7A-469D75D0085A}" srcId="{C062EE36-8839-41A5-B140-515280AD453F}" destId="{C0F23E91-50A5-480D-8B1C-811EBDB35017}" srcOrd="2" destOrd="0" parTransId="{10C2D1AA-3064-4299-9B46-7D115EC3A912}" sibTransId="{3304D682-C84A-4642-B4C0-C90B3A3AA619}"/>
    <dgm:cxn modelId="{97B2AF9B-2A58-4002-B1A5-661D7083318A}" type="presOf" srcId="{CEBB7AF3-E841-48AB-9B7D-1822C1B351DA}" destId="{A1DC65DD-6B18-49EB-9012-72346E99784B}" srcOrd="0" destOrd="0" presId="urn:microsoft.com/office/officeart/2018/2/layout/IconLabelList"/>
    <dgm:cxn modelId="{F592FAA9-7F35-4A84-BDA4-3B6DF0AD3798}" type="presOf" srcId="{88682FD1-CD32-45FC-9E1F-7CF1BBBE5F95}" destId="{A6AE214B-1582-4A1D-A962-7AEE4F17964C}" srcOrd="0" destOrd="0" presId="urn:microsoft.com/office/officeart/2018/2/layout/IconLabelList"/>
    <dgm:cxn modelId="{537772AC-5399-40DB-9F29-45282591288A}" srcId="{C062EE36-8839-41A5-B140-515280AD453F}" destId="{88682FD1-CD32-45FC-9E1F-7CF1BBBE5F95}" srcOrd="0" destOrd="0" parTransId="{65914A47-2924-4562-94FB-130D574E93D0}" sibTransId="{782B31C5-3283-4FCF-952F-ADF89D78B6F4}"/>
    <dgm:cxn modelId="{F1FFA7B0-103B-4FA7-86F2-C13DED155728}" type="presOf" srcId="{C0F23E91-50A5-480D-8B1C-811EBDB35017}" destId="{1AD46D2B-8C52-4A81-9771-0A784873D753}" srcOrd="0" destOrd="0" presId="urn:microsoft.com/office/officeart/2018/2/layout/IconLabelList"/>
    <dgm:cxn modelId="{8E68D8CC-64A5-4D15-8701-23066E062DE6}" srcId="{C062EE36-8839-41A5-B140-515280AD453F}" destId="{CEBB7AF3-E841-48AB-9B7D-1822C1B351DA}" srcOrd="1" destOrd="0" parTransId="{E9093221-5524-476E-922E-FEA1B1697966}" sibTransId="{CDFCBB35-00A1-4834-87D5-1E3E6634D544}"/>
    <dgm:cxn modelId="{68C68779-EBFB-429A-9EC5-4C9C10995EAC}" type="presParOf" srcId="{B7C4180C-0F5B-48DB-97A9-43A6B68A2377}" destId="{B754CAAE-C746-4A24-AF26-5E9190EE23D3}" srcOrd="0" destOrd="0" presId="urn:microsoft.com/office/officeart/2018/2/layout/IconLabelList"/>
    <dgm:cxn modelId="{B28E367B-5E17-4E59-9534-E84DB118F4A6}" type="presParOf" srcId="{B754CAAE-C746-4A24-AF26-5E9190EE23D3}" destId="{1D1AAF30-1F25-4496-A5FA-3D826A6017DD}" srcOrd="0" destOrd="0" presId="urn:microsoft.com/office/officeart/2018/2/layout/IconLabelList"/>
    <dgm:cxn modelId="{8DDDF4BB-AD7A-42FD-B690-5A9853F181B8}" type="presParOf" srcId="{B754CAAE-C746-4A24-AF26-5E9190EE23D3}" destId="{5BD3210E-22D8-48C0-B7A9-2EAD03FF1AF2}" srcOrd="1" destOrd="0" presId="urn:microsoft.com/office/officeart/2018/2/layout/IconLabelList"/>
    <dgm:cxn modelId="{2A23B36B-2D98-4D47-B0DF-F7927DB9516B}" type="presParOf" srcId="{B754CAAE-C746-4A24-AF26-5E9190EE23D3}" destId="{A6AE214B-1582-4A1D-A962-7AEE4F17964C}" srcOrd="2" destOrd="0" presId="urn:microsoft.com/office/officeart/2018/2/layout/IconLabelList"/>
    <dgm:cxn modelId="{4ADF9019-43A9-4858-BA28-3C1C19C4D902}" type="presParOf" srcId="{B7C4180C-0F5B-48DB-97A9-43A6B68A2377}" destId="{3CE3DD70-99AC-407C-ABE1-EB0C2AC97A48}" srcOrd="1" destOrd="0" presId="urn:microsoft.com/office/officeart/2018/2/layout/IconLabelList"/>
    <dgm:cxn modelId="{94C8E89E-B590-4495-8790-39B099EB175C}" type="presParOf" srcId="{B7C4180C-0F5B-48DB-97A9-43A6B68A2377}" destId="{49B72FE0-FC47-4436-995F-65B29C5E8305}" srcOrd="2" destOrd="0" presId="urn:microsoft.com/office/officeart/2018/2/layout/IconLabelList"/>
    <dgm:cxn modelId="{B1FFB278-F239-4EB3-AB88-98B0D8DBDB85}" type="presParOf" srcId="{49B72FE0-FC47-4436-995F-65B29C5E8305}" destId="{91EA6F8C-DE7F-484C-B2BF-039A158D6884}" srcOrd="0" destOrd="0" presId="urn:microsoft.com/office/officeart/2018/2/layout/IconLabelList"/>
    <dgm:cxn modelId="{53BA1A8E-4D39-4522-8179-BED2B1A4DE98}" type="presParOf" srcId="{49B72FE0-FC47-4436-995F-65B29C5E8305}" destId="{2B6FD933-36B2-4BD9-A0BE-E4FA2695F68C}" srcOrd="1" destOrd="0" presId="urn:microsoft.com/office/officeart/2018/2/layout/IconLabelList"/>
    <dgm:cxn modelId="{B0F9402E-39CE-4E2A-98ED-CD8F57A62980}" type="presParOf" srcId="{49B72FE0-FC47-4436-995F-65B29C5E8305}" destId="{A1DC65DD-6B18-49EB-9012-72346E99784B}" srcOrd="2" destOrd="0" presId="urn:microsoft.com/office/officeart/2018/2/layout/IconLabelList"/>
    <dgm:cxn modelId="{1ABB43A4-82C3-4F71-828E-3091AA913A9B}" type="presParOf" srcId="{B7C4180C-0F5B-48DB-97A9-43A6B68A2377}" destId="{F60EA841-80BD-41DF-BD45-12DBC66A0FEA}" srcOrd="3" destOrd="0" presId="urn:microsoft.com/office/officeart/2018/2/layout/IconLabelList"/>
    <dgm:cxn modelId="{A16C181B-2939-493A-BA1C-7B5BA5D8EEF7}" type="presParOf" srcId="{B7C4180C-0F5B-48DB-97A9-43A6B68A2377}" destId="{1D7B5352-FD68-40F8-ACB4-BFD65419C7F8}" srcOrd="4" destOrd="0" presId="urn:microsoft.com/office/officeart/2018/2/layout/IconLabelList"/>
    <dgm:cxn modelId="{9F5BA786-8872-4294-9FF8-11F5E227312A}" type="presParOf" srcId="{1D7B5352-FD68-40F8-ACB4-BFD65419C7F8}" destId="{E36FDA23-1640-4FB3-8857-3F5DC6B5DCCC}" srcOrd="0" destOrd="0" presId="urn:microsoft.com/office/officeart/2018/2/layout/IconLabelList"/>
    <dgm:cxn modelId="{A2DA1B15-6CA6-4F7A-B666-1F5FC2D82C5F}" type="presParOf" srcId="{1D7B5352-FD68-40F8-ACB4-BFD65419C7F8}" destId="{2FC2A17A-6C78-436E-80A5-96DE2E486977}" srcOrd="1" destOrd="0" presId="urn:microsoft.com/office/officeart/2018/2/layout/IconLabelList"/>
    <dgm:cxn modelId="{338C31DE-90D0-4581-8B30-631582C44A97}" type="presParOf" srcId="{1D7B5352-FD68-40F8-ACB4-BFD65419C7F8}" destId="{1AD46D2B-8C52-4A81-9771-0A784873D75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8A1BBD-171F-413D-8289-712FCF54FB0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912CF8D-9819-4F3F-980F-87C52FC99CE0}">
      <dgm:prSet/>
      <dgm:spPr/>
      <dgm:t>
        <a:bodyPr/>
        <a:lstStyle/>
        <a:p>
          <a:r>
            <a:rPr lang="en-US"/>
            <a:t>In the Goal Management module, users can create and track goals. </a:t>
          </a:r>
        </a:p>
      </dgm:t>
    </dgm:pt>
    <dgm:pt modelId="{1E64EFF9-C4AF-49D5-B4EF-EFB6176A962F}" type="parTrans" cxnId="{31C59E97-52E8-4E40-8CB2-2065566B2A58}">
      <dgm:prSet/>
      <dgm:spPr/>
      <dgm:t>
        <a:bodyPr/>
        <a:lstStyle/>
        <a:p>
          <a:endParaRPr lang="en-US"/>
        </a:p>
      </dgm:t>
    </dgm:pt>
    <dgm:pt modelId="{EE63D7FB-D7FB-4412-A1F6-6D2917B04245}" type="sibTrans" cxnId="{31C59E97-52E8-4E40-8CB2-2065566B2A58}">
      <dgm:prSet/>
      <dgm:spPr/>
      <dgm:t>
        <a:bodyPr/>
        <a:lstStyle/>
        <a:p>
          <a:endParaRPr lang="en-US"/>
        </a:p>
      </dgm:t>
    </dgm:pt>
    <dgm:pt modelId="{8401E863-0D3A-4C22-9838-E5939918C35C}">
      <dgm:prSet/>
      <dgm:spPr/>
      <dgm:t>
        <a:bodyPr/>
        <a:lstStyle/>
        <a:p>
          <a:r>
            <a:rPr lang="en-US"/>
            <a:t>They can also easily update and delete the goals if required.</a:t>
          </a:r>
        </a:p>
      </dgm:t>
    </dgm:pt>
    <dgm:pt modelId="{D9E68B05-CB9B-4CBD-9DDE-3979BAC3E077}" type="parTrans" cxnId="{F7D085D3-7E10-4B23-B043-4305C5BEBDD7}">
      <dgm:prSet/>
      <dgm:spPr/>
      <dgm:t>
        <a:bodyPr/>
        <a:lstStyle/>
        <a:p>
          <a:endParaRPr lang="en-US"/>
        </a:p>
      </dgm:t>
    </dgm:pt>
    <dgm:pt modelId="{AAED7929-C986-4B6B-88D7-092776BD8B24}" type="sibTrans" cxnId="{F7D085D3-7E10-4B23-B043-4305C5BEBDD7}">
      <dgm:prSet/>
      <dgm:spPr/>
      <dgm:t>
        <a:bodyPr/>
        <a:lstStyle/>
        <a:p>
          <a:endParaRPr lang="en-US"/>
        </a:p>
      </dgm:t>
    </dgm:pt>
    <dgm:pt modelId="{57957EF4-807E-4C4C-A363-70E2CC64948F}">
      <dgm:prSet/>
      <dgm:spPr/>
      <dgm:t>
        <a:bodyPr/>
        <a:lstStyle/>
        <a:p>
          <a:r>
            <a:rPr lang="en-US"/>
            <a:t>Each goal adheres to the SMART criterial and includes details such as the name, description, priority, start date, due date, status etc. </a:t>
          </a:r>
        </a:p>
      </dgm:t>
    </dgm:pt>
    <dgm:pt modelId="{8E7156A6-123F-4F7A-8FB6-67545F2F5589}" type="parTrans" cxnId="{ED4A0F99-4C18-4A28-845A-4DA894185EC2}">
      <dgm:prSet/>
      <dgm:spPr/>
      <dgm:t>
        <a:bodyPr/>
        <a:lstStyle/>
        <a:p>
          <a:endParaRPr lang="en-US"/>
        </a:p>
      </dgm:t>
    </dgm:pt>
    <dgm:pt modelId="{D3699306-D40E-447F-AC4B-C01F852C2FF9}" type="sibTrans" cxnId="{ED4A0F99-4C18-4A28-845A-4DA894185EC2}">
      <dgm:prSet/>
      <dgm:spPr/>
      <dgm:t>
        <a:bodyPr/>
        <a:lstStyle/>
        <a:p>
          <a:endParaRPr lang="en-US"/>
        </a:p>
      </dgm:t>
    </dgm:pt>
    <dgm:pt modelId="{F571F353-6AFF-4936-9EFC-5AB122444512}">
      <dgm:prSet/>
      <dgm:spPr/>
      <dgm:t>
        <a:bodyPr/>
        <a:lstStyle/>
        <a:p>
          <a:r>
            <a:rPr lang="en-US"/>
            <a:t>Additionally, each goal consists of a set of tasks making the goals measurable and track the progress. </a:t>
          </a:r>
        </a:p>
      </dgm:t>
    </dgm:pt>
    <dgm:pt modelId="{04A214C4-63CE-4224-90EA-173BCBB9D0B0}" type="parTrans" cxnId="{5BC86FB1-D3A3-4C01-BF6B-79AF47941272}">
      <dgm:prSet/>
      <dgm:spPr/>
      <dgm:t>
        <a:bodyPr/>
        <a:lstStyle/>
        <a:p>
          <a:endParaRPr lang="en-US"/>
        </a:p>
      </dgm:t>
    </dgm:pt>
    <dgm:pt modelId="{D6AC4CDD-8B47-4C3C-AC4A-CF59ED93B4E9}" type="sibTrans" cxnId="{5BC86FB1-D3A3-4C01-BF6B-79AF47941272}">
      <dgm:prSet/>
      <dgm:spPr/>
      <dgm:t>
        <a:bodyPr/>
        <a:lstStyle/>
        <a:p>
          <a:endParaRPr lang="en-US"/>
        </a:p>
      </dgm:t>
    </dgm:pt>
    <dgm:pt modelId="{131F9FCA-56F6-42FD-80E5-28953D43A0EA}">
      <dgm:prSet/>
      <dgm:spPr/>
      <dgm:t>
        <a:bodyPr/>
        <a:lstStyle/>
        <a:p>
          <a:r>
            <a:rPr lang="en-US"/>
            <a:t>The Gemini model assists users in the goal creation process.</a:t>
          </a:r>
        </a:p>
      </dgm:t>
    </dgm:pt>
    <dgm:pt modelId="{DB103A10-093E-4938-A8DD-F35AB47D9E5C}" type="parTrans" cxnId="{A56E523C-29E9-48EC-846E-C3E36B6756B0}">
      <dgm:prSet/>
      <dgm:spPr/>
      <dgm:t>
        <a:bodyPr/>
        <a:lstStyle/>
        <a:p>
          <a:endParaRPr lang="en-US"/>
        </a:p>
      </dgm:t>
    </dgm:pt>
    <dgm:pt modelId="{48FC90B2-7971-4ECA-B12F-9410AEBAA0A2}" type="sibTrans" cxnId="{A56E523C-29E9-48EC-846E-C3E36B6756B0}">
      <dgm:prSet/>
      <dgm:spPr/>
      <dgm:t>
        <a:bodyPr/>
        <a:lstStyle/>
        <a:p>
          <a:endParaRPr lang="en-US"/>
        </a:p>
      </dgm:t>
    </dgm:pt>
    <dgm:pt modelId="{3DA0AE2C-3BAA-44BB-AEB0-D201463557A3}" type="pres">
      <dgm:prSet presAssocID="{3F8A1BBD-171F-413D-8289-712FCF54FB05}" presName="root" presStyleCnt="0">
        <dgm:presLayoutVars>
          <dgm:dir/>
          <dgm:resizeHandles val="exact"/>
        </dgm:presLayoutVars>
      </dgm:prSet>
      <dgm:spPr/>
    </dgm:pt>
    <dgm:pt modelId="{0BB63962-7C8F-4085-9FD2-D43DC8673523}" type="pres">
      <dgm:prSet presAssocID="{7912CF8D-9819-4F3F-980F-87C52FC99CE0}" presName="compNode" presStyleCnt="0"/>
      <dgm:spPr/>
    </dgm:pt>
    <dgm:pt modelId="{C2969E4F-9756-4BBA-8C66-5173E64C0337}" type="pres">
      <dgm:prSet presAssocID="{7912CF8D-9819-4F3F-980F-87C52FC99CE0}" presName="bgRect" presStyleLbl="bgShp" presStyleIdx="0" presStyleCnt="5"/>
      <dgm:spPr/>
    </dgm:pt>
    <dgm:pt modelId="{1E12D73F-C8EF-4C09-B577-60998CE6B669}" type="pres">
      <dgm:prSet presAssocID="{7912CF8D-9819-4F3F-980F-87C52FC99CE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0379372-D9B4-4852-B015-53A14FE1FA63}" type="pres">
      <dgm:prSet presAssocID="{7912CF8D-9819-4F3F-980F-87C52FC99CE0}" presName="spaceRect" presStyleCnt="0"/>
      <dgm:spPr/>
    </dgm:pt>
    <dgm:pt modelId="{AA1F3552-020E-4F80-8404-C626F88A6A7D}" type="pres">
      <dgm:prSet presAssocID="{7912CF8D-9819-4F3F-980F-87C52FC99CE0}" presName="parTx" presStyleLbl="revTx" presStyleIdx="0" presStyleCnt="5">
        <dgm:presLayoutVars>
          <dgm:chMax val="0"/>
          <dgm:chPref val="0"/>
        </dgm:presLayoutVars>
      </dgm:prSet>
      <dgm:spPr/>
    </dgm:pt>
    <dgm:pt modelId="{F01146A5-B927-4E26-847F-146AD5E3D514}" type="pres">
      <dgm:prSet presAssocID="{EE63D7FB-D7FB-4412-A1F6-6D2917B04245}" presName="sibTrans" presStyleCnt="0"/>
      <dgm:spPr/>
    </dgm:pt>
    <dgm:pt modelId="{20FA14C3-9368-42C1-B067-1910372385EA}" type="pres">
      <dgm:prSet presAssocID="{8401E863-0D3A-4C22-9838-E5939918C35C}" presName="compNode" presStyleCnt="0"/>
      <dgm:spPr/>
    </dgm:pt>
    <dgm:pt modelId="{9877BD98-EC28-4A15-A18A-92E92035DFE0}" type="pres">
      <dgm:prSet presAssocID="{8401E863-0D3A-4C22-9838-E5939918C35C}" presName="bgRect" presStyleLbl="bgShp" presStyleIdx="1" presStyleCnt="5"/>
      <dgm:spPr/>
    </dgm:pt>
    <dgm:pt modelId="{AEB50E4B-9424-441D-AE41-A469E75C07EA}" type="pres">
      <dgm:prSet presAssocID="{8401E863-0D3A-4C22-9838-E5939918C35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rbage"/>
        </a:ext>
      </dgm:extLst>
    </dgm:pt>
    <dgm:pt modelId="{CDF0B517-8674-4645-B4FE-B38699328E61}" type="pres">
      <dgm:prSet presAssocID="{8401E863-0D3A-4C22-9838-E5939918C35C}" presName="spaceRect" presStyleCnt="0"/>
      <dgm:spPr/>
    </dgm:pt>
    <dgm:pt modelId="{F0B6D043-4653-4B93-9D42-DB2EE5799103}" type="pres">
      <dgm:prSet presAssocID="{8401E863-0D3A-4C22-9838-E5939918C35C}" presName="parTx" presStyleLbl="revTx" presStyleIdx="1" presStyleCnt="5">
        <dgm:presLayoutVars>
          <dgm:chMax val="0"/>
          <dgm:chPref val="0"/>
        </dgm:presLayoutVars>
      </dgm:prSet>
      <dgm:spPr/>
    </dgm:pt>
    <dgm:pt modelId="{8397CAB7-B21C-455D-BBA7-6CFA59B701A8}" type="pres">
      <dgm:prSet presAssocID="{AAED7929-C986-4B6B-88D7-092776BD8B24}" presName="sibTrans" presStyleCnt="0"/>
      <dgm:spPr/>
    </dgm:pt>
    <dgm:pt modelId="{13C850D6-B6A2-4868-A1ED-1EB9E9A87D27}" type="pres">
      <dgm:prSet presAssocID="{57957EF4-807E-4C4C-A363-70E2CC64948F}" presName="compNode" presStyleCnt="0"/>
      <dgm:spPr/>
    </dgm:pt>
    <dgm:pt modelId="{FAF299D8-2BD5-4236-8D55-F9FCB2D6995A}" type="pres">
      <dgm:prSet presAssocID="{57957EF4-807E-4C4C-A363-70E2CC64948F}" presName="bgRect" presStyleLbl="bgShp" presStyleIdx="2" presStyleCnt="5"/>
      <dgm:spPr/>
    </dgm:pt>
    <dgm:pt modelId="{84A04656-3710-4452-9818-FA51C4CBFEEC}" type="pres">
      <dgm:prSet presAssocID="{57957EF4-807E-4C4C-A363-70E2CC64948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B4364A1D-82C4-427C-96D9-D4455E052750}" type="pres">
      <dgm:prSet presAssocID="{57957EF4-807E-4C4C-A363-70E2CC64948F}" presName="spaceRect" presStyleCnt="0"/>
      <dgm:spPr/>
    </dgm:pt>
    <dgm:pt modelId="{4FDBB657-D036-4FCE-8C3E-CB036627EC32}" type="pres">
      <dgm:prSet presAssocID="{57957EF4-807E-4C4C-A363-70E2CC64948F}" presName="parTx" presStyleLbl="revTx" presStyleIdx="2" presStyleCnt="5">
        <dgm:presLayoutVars>
          <dgm:chMax val="0"/>
          <dgm:chPref val="0"/>
        </dgm:presLayoutVars>
      </dgm:prSet>
      <dgm:spPr/>
    </dgm:pt>
    <dgm:pt modelId="{FF2BA1AC-E094-4A25-B9BC-DCF4D9D0CCBA}" type="pres">
      <dgm:prSet presAssocID="{D3699306-D40E-447F-AC4B-C01F852C2FF9}" presName="sibTrans" presStyleCnt="0"/>
      <dgm:spPr/>
    </dgm:pt>
    <dgm:pt modelId="{DA15EE9E-2B64-4587-B100-C9D9A38DDD54}" type="pres">
      <dgm:prSet presAssocID="{F571F353-6AFF-4936-9EFC-5AB122444512}" presName="compNode" presStyleCnt="0"/>
      <dgm:spPr/>
    </dgm:pt>
    <dgm:pt modelId="{54AB28E9-A526-4F17-8CE8-740D796406AD}" type="pres">
      <dgm:prSet presAssocID="{F571F353-6AFF-4936-9EFC-5AB122444512}" presName="bgRect" presStyleLbl="bgShp" presStyleIdx="3" presStyleCnt="5"/>
      <dgm:spPr/>
    </dgm:pt>
    <dgm:pt modelId="{F88EC38D-73C0-4C5B-9123-EF6F0E28FD91}" type="pres">
      <dgm:prSet presAssocID="{F571F353-6AFF-4936-9EFC-5AB12244451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26DC2B87-6E36-4553-9452-7ECEEE7F9FF3}" type="pres">
      <dgm:prSet presAssocID="{F571F353-6AFF-4936-9EFC-5AB122444512}" presName="spaceRect" presStyleCnt="0"/>
      <dgm:spPr/>
    </dgm:pt>
    <dgm:pt modelId="{AEF96471-2499-4BE3-9D86-66FC6B8F79B5}" type="pres">
      <dgm:prSet presAssocID="{F571F353-6AFF-4936-9EFC-5AB122444512}" presName="parTx" presStyleLbl="revTx" presStyleIdx="3" presStyleCnt="5">
        <dgm:presLayoutVars>
          <dgm:chMax val="0"/>
          <dgm:chPref val="0"/>
        </dgm:presLayoutVars>
      </dgm:prSet>
      <dgm:spPr/>
    </dgm:pt>
    <dgm:pt modelId="{5D36F858-1998-453C-A476-98078A7257C6}" type="pres">
      <dgm:prSet presAssocID="{D6AC4CDD-8B47-4C3C-AC4A-CF59ED93B4E9}" presName="sibTrans" presStyleCnt="0"/>
      <dgm:spPr/>
    </dgm:pt>
    <dgm:pt modelId="{AEE9F61A-1BC3-48AD-A8AF-2CEC6D4975B1}" type="pres">
      <dgm:prSet presAssocID="{131F9FCA-56F6-42FD-80E5-28953D43A0EA}" presName="compNode" presStyleCnt="0"/>
      <dgm:spPr/>
    </dgm:pt>
    <dgm:pt modelId="{28F49B78-5BCC-4525-9A13-5DFF2E6E9187}" type="pres">
      <dgm:prSet presAssocID="{131F9FCA-56F6-42FD-80E5-28953D43A0EA}" presName="bgRect" presStyleLbl="bgShp" presStyleIdx="4" presStyleCnt="5"/>
      <dgm:spPr/>
    </dgm:pt>
    <dgm:pt modelId="{B46D1E7C-991D-4708-B60E-FE80F9730D06}" type="pres">
      <dgm:prSet presAssocID="{131F9FCA-56F6-42FD-80E5-28953D43A0E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05AD5C22-48A7-429D-94F0-EBFB4453FC74}" type="pres">
      <dgm:prSet presAssocID="{131F9FCA-56F6-42FD-80E5-28953D43A0EA}" presName="spaceRect" presStyleCnt="0"/>
      <dgm:spPr/>
    </dgm:pt>
    <dgm:pt modelId="{C5A9990F-3F4F-47A6-880A-917412C9BD33}" type="pres">
      <dgm:prSet presAssocID="{131F9FCA-56F6-42FD-80E5-28953D43A0E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1267E3A-A4EE-4DA0-BE23-675466EFB05A}" type="presOf" srcId="{131F9FCA-56F6-42FD-80E5-28953D43A0EA}" destId="{C5A9990F-3F4F-47A6-880A-917412C9BD33}" srcOrd="0" destOrd="0" presId="urn:microsoft.com/office/officeart/2018/2/layout/IconVerticalSolidList"/>
    <dgm:cxn modelId="{A56E523C-29E9-48EC-846E-C3E36B6756B0}" srcId="{3F8A1BBD-171F-413D-8289-712FCF54FB05}" destId="{131F9FCA-56F6-42FD-80E5-28953D43A0EA}" srcOrd="4" destOrd="0" parTransId="{DB103A10-093E-4938-A8DD-F35AB47D9E5C}" sibTransId="{48FC90B2-7971-4ECA-B12F-9410AEBAA0A2}"/>
    <dgm:cxn modelId="{5AC3AE8E-9B5B-4B42-95B6-B29B0EA4F887}" type="presOf" srcId="{8401E863-0D3A-4C22-9838-E5939918C35C}" destId="{F0B6D043-4653-4B93-9D42-DB2EE5799103}" srcOrd="0" destOrd="0" presId="urn:microsoft.com/office/officeart/2018/2/layout/IconVerticalSolidList"/>
    <dgm:cxn modelId="{8A89D590-2E85-4C1F-8B90-C646C96C7F73}" type="presOf" srcId="{3F8A1BBD-171F-413D-8289-712FCF54FB05}" destId="{3DA0AE2C-3BAA-44BB-AEB0-D201463557A3}" srcOrd="0" destOrd="0" presId="urn:microsoft.com/office/officeart/2018/2/layout/IconVerticalSolidList"/>
    <dgm:cxn modelId="{B432DC90-D614-45D4-AB38-D512598D7AA5}" type="presOf" srcId="{7912CF8D-9819-4F3F-980F-87C52FC99CE0}" destId="{AA1F3552-020E-4F80-8404-C626F88A6A7D}" srcOrd="0" destOrd="0" presId="urn:microsoft.com/office/officeart/2018/2/layout/IconVerticalSolidList"/>
    <dgm:cxn modelId="{31C59E97-52E8-4E40-8CB2-2065566B2A58}" srcId="{3F8A1BBD-171F-413D-8289-712FCF54FB05}" destId="{7912CF8D-9819-4F3F-980F-87C52FC99CE0}" srcOrd="0" destOrd="0" parTransId="{1E64EFF9-C4AF-49D5-B4EF-EFB6176A962F}" sibTransId="{EE63D7FB-D7FB-4412-A1F6-6D2917B04245}"/>
    <dgm:cxn modelId="{ED4A0F99-4C18-4A28-845A-4DA894185EC2}" srcId="{3F8A1BBD-171F-413D-8289-712FCF54FB05}" destId="{57957EF4-807E-4C4C-A363-70E2CC64948F}" srcOrd="2" destOrd="0" parTransId="{8E7156A6-123F-4F7A-8FB6-67545F2F5589}" sibTransId="{D3699306-D40E-447F-AC4B-C01F852C2FF9}"/>
    <dgm:cxn modelId="{93DB31AA-1DAA-44CB-9786-B1F72EB1DD33}" type="presOf" srcId="{F571F353-6AFF-4936-9EFC-5AB122444512}" destId="{AEF96471-2499-4BE3-9D86-66FC6B8F79B5}" srcOrd="0" destOrd="0" presId="urn:microsoft.com/office/officeart/2018/2/layout/IconVerticalSolidList"/>
    <dgm:cxn modelId="{5BC86FB1-D3A3-4C01-BF6B-79AF47941272}" srcId="{3F8A1BBD-171F-413D-8289-712FCF54FB05}" destId="{F571F353-6AFF-4936-9EFC-5AB122444512}" srcOrd="3" destOrd="0" parTransId="{04A214C4-63CE-4224-90EA-173BCBB9D0B0}" sibTransId="{D6AC4CDD-8B47-4C3C-AC4A-CF59ED93B4E9}"/>
    <dgm:cxn modelId="{F7D085D3-7E10-4B23-B043-4305C5BEBDD7}" srcId="{3F8A1BBD-171F-413D-8289-712FCF54FB05}" destId="{8401E863-0D3A-4C22-9838-E5939918C35C}" srcOrd="1" destOrd="0" parTransId="{D9E68B05-CB9B-4CBD-9DDE-3979BAC3E077}" sibTransId="{AAED7929-C986-4B6B-88D7-092776BD8B24}"/>
    <dgm:cxn modelId="{4B6085DD-9EDF-40C3-93D9-DC4B40ABEDBE}" type="presOf" srcId="{57957EF4-807E-4C4C-A363-70E2CC64948F}" destId="{4FDBB657-D036-4FCE-8C3E-CB036627EC32}" srcOrd="0" destOrd="0" presId="urn:microsoft.com/office/officeart/2018/2/layout/IconVerticalSolidList"/>
    <dgm:cxn modelId="{2E3CA85B-72C7-469F-8A2C-05FFEA098673}" type="presParOf" srcId="{3DA0AE2C-3BAA-44BB-AEB0-D201463557A3}" destId="{0BB63962-7C8F-4085-9FD2-D43DC8673523}" srcOrd="0" destOrd="0" presId="urn:microsoft.com/office/officeart/2018/2/layout/IconVerticalSolidList"/>
    <dgm:cxn modelId="{430039EE-C6BD-4EC3-A0FC-95094C052534}" type="presParOf" srcId="{0BB63962-7C8F-4085-9FD2-D43DC8673523}" destId="{C2969E4F-9756-4BBA-8C66-5173E64C0337}" srcOrd="0" destOrd="0" presId="urn:microsoft.com/office/officeart/2018/2/layout/IconVerticalSolidList"/>
    <dgm:cxn modelId="{9FE09541-E9E7-40B2-A965-74CAF75BD130}" type="presParOf" srcId="{0BB63962-7C8F-4085-9FD2-D43DC8673523}" destId="{1E12D73F-C8EF-4C09-B577-60998CE6B669}" srcOrd="1" destOrd="0" presId="urn:microsoft.com/office/officeart/2018/2/layout/IconVerticalSolidList"/>
    <dgm:cxn modelId="{75174427-95A0-4386-9753-3CDA23DA0906}" type="presParOf" srcId="{0BB63962-7C8F-4085-9FD2-D43DC8673523}" destId="{80379372-D9B4-4852-B015-53A14FE1FA63}" srcOrd="2" destOrd="0" presId="urn:microsoft.com/office/officeart/2018/2/layout/IconVerticalSolidList"/>
    <dgm:cxn modelId="{79C0BE3F-F408-40EB-85FF-3F870F11CA6E}" type="presParOf" srcId="{0BB63962-7C8F-4085-9FD2-D43DC8673523}" destId="{AA1F3552-020E-4F80-8404-C626F88A6A7D}" srcOrd="3" destOrd="0" presId="urn:microsoft.com/office/officeart/2018/2/layout/IconVerticalSolidList"/>
    <dgm:cxn modelId="{71A0EE7C-C112-45EE-A8AB-12DFFDEEE457}" type="presParOf" srcId="{3DA0AE2C-3BAA-44BB-AEB0-D201463557A3}" destId="{F01146A5-B927-4E26-847F-146AD5E3D514}" srcOrd="1" destOrd="0" presId="urn:microsoft.com/office/officeart/2018/2/layout/IconVerticalSolidList"/>
    <dgm:cxn modelId="{15AF93CD-4094-493F-A103-630E55B57730}" type="presParOf" srcId="{3DA0AE2C-3BAA-44BB-AEB0-D201463557A3}" destId="{20FA14C3-9368-42C1-B067-1910372385EA}" srcOrd="2" destOrd="0" presId="urn:microsoft.com/office/officeart/2018/2/layout/IconVerticalSolidList"/>
    <dgm:cxn modelId="{EB18D379-1F28-41CB-8B87-7453B5410AE1}" type="presParOf" srcId="{20FA14C3-9368-42C1-B067-1910372385EA}" destId="{9877BD98-EC28-4A15-A18A-92E92035DFE0}" srcOrd="0" destOrd="0" presId="urn:microsoft.com/office/officeart/2018/2/layout/IconVerticalSolidList"/>
    <dgm:cxn modelId="{C53EB52E-E8AE-440D-A42B-498E0E896C39}" type="presParOf" srcId="{20FA14C3-9368-42C1-B067-1910372385EA}" destId="{AEB50E4B-9424-441D-AE41-A469E75C07EA}" srcOrd="1" destOrd="0" presId="urn:microsoft.com/office/officeart/2018/2/layout/IconVerticalSolidList"/>
    <dgm:cxn modelId="{CFB5E20A-C27B-47B8-8693-57D2F96D01CD}" type="presParOf" srcId="{20FA14C3-9368-42C1-B067-1910372385EA}" destId="{CDF0B517-8674-4645-B4FE-B38699328E61}" srcOrd="2" destOrd="0" presId="urn:microsoft.com/office/officeart/2018/2/layout/IconVerticalSolidList"/>
    <dgm:cxn modelId="{71A80BFC-2061-4919-9486-0DC2A562B592}" type="presParOf" srcId="{20FA14C3-9368-42C1-B067-1910372385EA}" destId="{F0B6D043-4653-4B93-9D42-DB2EE5799103}" srcOrd="3" destOrd="0" presId="urn:microsoft.com/office/officeart/2018/2/layout/IconVerticalSolidList"/>
    <dgm:cxn modelId="{1B5E45B9-C372-400D-BFA5-D214DC77F7EE}" type="presParOf" srcId="{3DA0AE2C-3BAA-44BB-AEB0-D201463557A3}" destId="{8397CAB7-B21C-455D-BBA7-6CFA59B701A8}" srcOrd="3" destOrd="0" presId="urn:microsoft.com/office/officeart/2018/2/layout/IconVerticalSolidList"/>
    <dgm:cxn modelId="{6C1C7E53-0D20-42C8-8328-8A164F267994}" type="presParOf" srcId="{3DA0AE2C-3BAA-44BB-AEB0-D201463557A3}" destId="{13C850D6-B6A2-4868-A1ED-1EB9E9A87D27}" srcOrd="4" destOrd="0" presId="urn:microsoft.com/office/officeart/2018/2/layout/IconVerticalSolidList"/>
    <dgm:cxn modelId="{3617716C-7256-4F9F-B957-DF31613ABCA4}" type="presParOf" srcId="{13C850D6-B6A2-4868-A1ED-1EB9E9A87D27}" destId="{FAF299D8-2BD5-4236-8D55-F9FCB2D6995A}" srcOrd="0" destOrd="0" presId="urn:microsoft.com/office/officeart/2018/2/layout/IconVerticalSolidList"/>
    <dgm:cxn modelId="{FD5E3869-BFD2-4D8C-84F5-F866CD1FAA15}" type="presParOf" srcId="{13C850D6-B6A2-4868-A1ED-1EB9E9A87D27}" destId="{84A04656-3710-4452-9818-FA51C4CBFEEC}" srcOrd="1" destOrd="0" presId="urn:microsoft.com/office/officeart/2018/2/layout/IconVerticalSolidList"/>
    <dgm:cxn modelId="{D1B2CC1D-EB12-4E91-AD93-606473C9EA80}" type="presParOf" srcId="{13C850D6-B6A2-4868-A1ED-1EB9E9A87D27}" destId="{B4364A1D-82C4-427C-96D9-D4455E052750}" srcOrd="2" destOrd="0" presId="urn:microsoft.com/office/officeart/2018/2/layout/IconVerticalSolidList"/>
    <dgm:cxn modelId="{54894A18-815E-4490-88F5-A381D351E257}" type="presParOf" srcId="{13C850D6-B6A2-4868-A1ED-1EB9E9A87D27}" destId="{4FDBB657-D036-4FCE-8C3E-CB036627EC32}" srcOrd="3" destOrd="0" presId="urn:microsoft.com/office/officeart/2018/2/layout/IconVerticalSolidList"/>
    <dgm:cxn modelId="{0A54828A-CC39-4F37-9125-A1100BE3E191}" type="presParOf" srcId="{3DA0AE2C-3BAA-44BB-AEB0-D201463557A3}" destId="{FF2BA1AC-E094-4A25-B9BC-DCF4D9D0CCBA}" srcOrd="5" destOrd="0" presId="urn:microsoft.com/office/officeart/2018/2/layout/IconVerticalSolidList"/>
    <dgm:cxn modelId="{D4E6AF46-05B3-4505-B17E-E480E72E3008}" type="presParOf" srcId="{3DA0AE2C-3BAA-44BB-AEB0-D201463557A3}" destId="{DA15EE9E-2B64-4587-B100-C9D9A38DDD54}" srcOrd="6" destOrd="0" presId="urn:microsoft.com/office/officeart/2018/2/layout/IconVerticalSolidList"/>
    <dgm:cxn modelId="{957658A9-E17A-4603-A8D9-D4D97435AFD5}" type="presParOf" srcId="{DA15EE9E-2B64-4587-B100-C9D9A38DDD54}" destId="{54AB28E9-A526-4F17-8CE8-740D796406AD}" srcOrd="0" destOrd="0" presId="urn:microsoft.com/office/officeart/2018/2/layout/IconVerticalSolidList"/>
    <dgm:cxn modelId="{F97D2BFF-CD59-41A7-BDED-A11513285D03}" type="presParOf" srcId="{DA15EE9E-2B64-4587-B100-C9D9A38DDD54}" destId="{F88EC38D-73C0-4C5B-9123-EF6F0E28FD91}" srcOrd="1" destOrd="0" presId="urn:microsoft.com/office/officeart/2018/2/layout/IconVerticalSolidList"/>
    <dgm:cxn modelId="{B68925BB-8E1C-4ADA-9D31-C1D840A81A61}" type="presParOf" srcId="{DA15EE9E-2B64-4587-B100-C9D9A38DDD54}" destId="{26DC2B87-6E36-4553-9452-7ECEEE7F9FF3}" srcOrd="2" destOrd="0" presId="urn:microsoft.com/office/officeart/2018/2/layout/IconVerticalSolidList"/>
    <dgm:cxn modelId="{6B0C2BAF-6A12-45E6-837B-D1F70FA88F63}" type="presParOf" srcId="{DA15EE9E-2B64-4587-B100-C9D9A38DDD54}" destId="{AEF96471-2499-4BE3-9D86-66FC6B8F79B5}" srcOrd="3" destOrd="0" presId="urn:microsoft.com/office/officeart/2018/2/layout/IconVerticalSolidList"/>
    <dgm:cxn modelId="{270772F8-F238-41D5-8CC9-DF7769CC8860}" type="presParOf" srcId="{3DA0AE2C-3BAA-44BB-AEB0-D201463557A3}" destId="{5D36F858-1998-453C-A476-98078A7257C6}" srcOrd="7" destOrd="0" presId="urn:microsoft.com/office/officeart/2018/2/layout/IconVerticalSolidList"/>
    <dgm:cxn modelId="{D8857AB4-09E3-47C0-A0BE-3B2AF979A15D}" type="presParOf" srcId="{3DA0AE2C-3BAA-44BB-AEB0-D201463557A3}" destId="{AEE9F61A-1BC3-48AD-A8AF-2CEC6D4975B1}" srcOrd="8" destOrd="0" presId="urn:microsoft.com/office/officeart/2018/2/layout/IconVerticalSolidList"/>
    <dgm:cxn modelId="{EE07A38E-49F5-48D8-85C4-3A3123DC1386}" type="presParOf" srcId="{AEE9F61A-1BC3-48AD-A8AF-2CEC6D4975B1}" destId="{28F49B78-5BCC-4525-9A13-5DFF2E6E9187}" srcOrd="0" destOrd="0" presId="urn:microsoft.com/office/officeart/2018/2/layout/IconVerticalSolidList"/>
    <dgm:cxn modelId="{A16FB73E-BEA6-4468-8CFB-6F2E15E73D1D}" type="presParOf" srcId="{AEE9F61A-1BC3-48AD-A8AF-2CEC6D4975B1}" destId="{B46D1E7C-991D-4708-B60E-FE80F9730D06}" srcOrd="1" destOrd="0" presId="urn:microsoft.com/office/officeart/2018/2/layout/IconVerticalSolidList"/>
    <dgm:cxn modelId="{A8538888-5FE3-48CB-8BDD-C0DD4013D654}" type="presParOf" srcId="{AEE9F61A-1BC3-48AD-A8AF-2CEC6D4975B1}" destId="{05AD5C22-48A7-429D-94F0-EBFB4453FC74}" srcOrd="2" destOrd="0" presId="urn:microsoft.com/office/officeart/2018/2/layout/IconVerticalSolidList"/>
    <dgm:cxn modelId="{E01C9894-148E-41C6-A1C4-DF7069E1EF73}" type="presParOf" srcId="{AEE9F61A-1BC3-48AD-A8AF-2CEC6D4975B1}" destId="{C5A9990F-3F4F-47A6-880A-917412C9BD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20384-59EA-4EC9-B7F9-ECFDDB8F17CC}">
      <dsp:nvSpPr>
        <dsp:cNvPr id="0" name=""/>
        <dsp:cNvSpPr/>
      </dsp:nvSpPr>
      <dsp:spPr>
        <a:xfrm>
          <a:off x="0" y="695721"/>
          <a:ext cx="10903786" cy="6334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latin typeface="Arial Black"/>
            </a:rPr>
            <a:t>GenAI</a:t>
          </a:r>
          <a:r>
            <a:rPr lang="en-US" sz="1400" kern="1200" dirty="0">
              <a:latin typeface="Arial Black"/>
            </a:rPr>
            <a:t>: Short for Generative Artificial Intelligence.</a:t>
          </a:r>
        </a:p>
      </dsp:txBody>
      <dsp:txXfrm>
        <a:off x="30922" y="726643"/>
        <a:ext cx="10841942" cy="571601"/>
      </dsp:txXfrm>
    </dsp:sp>
    <dsp:sp modelId="{9AD87AD6-1CB1-440F-9EA9-9329915D64C6}">
      <dsp:nvSpPr>
        <dsp:cNvPr id="0" name=""/>
        <dsp:cNvSpPr/>
      </dsp:nvSpPr>
      <dsp:spPr>
        <a:xfrm>
          <a:off x="0" y="1369486"/>
          <a:ext cx="10903786" cy="6334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 Black"/>
            </a:rPr>
            <a:t>It is a conversational AI model  designed to engage in human-like text-based conversations, understand context, generate relevant responses, and provide assistance across a wide range of topics. </a:t>
          </a:r>
          <a:endParaRPr lang="en-US" sz="1400" kern="1200" dirty="0"/>
        </a:p>
      </dsp:txBody>
      <dsp:txXfrm>
        <a:off x="30922" y="1400408"/>
        <a:ext cx="10841942" cy="571601"/>
      </dsp:txXfrm>
    </dsp:sp>
    <dsp:sp modelId="{C88A4833-633F-4501-BE60-D441455B2993}">
      <dsp:nvSpPr>
        <dsp:cNvPr id="0" name=""/>
        <dsp:cNvSpPr/>
      </dsp:nvSpPr>
      <dsp:spPr>
        <a:xfrm>
          <a:off x="0" y="2043251"/>
          <a:ext cx="10903786" cy="6334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 Black"/>
            </a:rPr>
            <a:t>GenAI can learn, reason, and solve problems autonomously.</a:t>
          </a:r>
          <a:endParaRPr lang="en-US" sz="1400" kern="1200" dirty="0"/>
        </a:p>
      </dsp:txBody>
      <dsp:txXfrm>
        <a:off x="30922" y="2074173"/>
        <a:ext cx="10841942" cy="571601"/>
      </dsp:txXfrm>
    </dsp:sp>
    <dsp:sp modelId="{CA02EED5-C1AD-4303-BFBB-E4294FBE3A5A}">
      <dsp:nvSpPr>
        <dsp:cNvPr id="0" name=""/>
        <dsp:cNvSpPr/>
      </dsp:nvSpPr>
      <dsp:spPr>
        <a:xfrm>
          <a:off x="0" y="2717017"/>
          <a:ext cx="10903786" cy="6334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 Black"/>
            </a:rPr>
            <a:t>GenAI is adaptable and can perform a wide range of tasks without specific programming though prompts.</a:t>
          </a:r>
          <a:endParaRPr lang="en-US" sz="1400" kern="1200" dirty="0"/>
        </a:p>
      </dsp:txBody>
      <dsp:txXfrm>
        <a:off x="30922" y="2747939"/>
        <a:ext cx="10841942" cy="571601"/>
      </dsp:txXfrm>
    </dsp:sp>
    <dsp:sp modelId="{9945844A-31B6-489A-B55A-EE63D5AFA21E}">
      <dsp:nvSpPr>
        <dsp:cNvPr id="0" name=""/>
        <dsp:cNvSpPr/>
      </dsp:nvSpPr>
      <dsp:spPr>
        <a:xfrm>
          <a:off x="0" y="3390782"/>
          <a:ext cx="10903786" cy="6334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 Black"/>
            </a:rPr>
            <a:t>Examples: </a:t>
          </a:r>
          <a:r>
            <a:rPr lang="en-US" sz="1400" kern="1200" dirty="0" err="1">
              <a:latin typeface="Arial Black"/>
            </a:rPr>
            <a:t>ChatGpt</a:t>
          </a:r>
          <a:r>
            <a:rPr lang="en-US" sz="1400" kern="1200" dirty="0">
              <a:latin typeface="Arial Black"/>
            </a:rPr>
            <a:t>, Gemini </a:t>
          </a:r>
          <a:r>
            <a:rPr lang="en-US" sz="1400" kern="1200" dirty="0" err="1">
              <a:latin typeface="Arial Black"/>
            </a:rPr>
            <a:t>etc</a:t>
          </a:r>
          <a:endParaRPr lang="en-US" sz="1400" kern="1200" dirty="0" err="1"/>
        </a:p>
      </dsp:txBody>
      <dsp:txXfrm>
        <a:off x="30922" y="3421704"/>
        <a:ext cx="10841942" cy="5716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1AAF30-1F25-4496-A5FA-3D826A6017DD}">
      <dsp:nvSpPr>
        <dsp:cNvPr id="0" name=""/>
        <dsp:cNvSpPr/>
      </dsp:nvSpPr>
      <dsp:spPr>
        <a:xfrm>
          <a:off x="1000997" y="931853"/>
          <a:ext cx="1465249" cy="1465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E214B-1582-4A1D-A962-7AEE4F17964C}">
      <dsp:nvSpPr>
        <dsp:cNvPr id="0" name=""/>
        <dsp:cNvSpPr/>
      </dsp:nvSpPr>
      <dsp:spPr>
        <a:xfrm>
          <a:off x="105567" y="2782986"/>
          <a:ext cx="325611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User-Centric Design</a:t>
          </a:r>
        </a:p>
      </dsp:txBody>
      <dsp:txXfrm>
        <a:off x="105567" y="2782986"/>
        <a:ext cx="3256110" cy="720000"/>
      </dsp:txXfrm>
    </dsp:sp>
    <dsp:sp modelId="{91EA6F8C-DE7F-484C-B2BF-039A158D6884}">
      <dsp:nvSpPr>
        <dsp:cNvPr id="0" name=""/>
        <dsp:cNvSpPr/>
      </dsp:nvSpPr>
      <dsp:spPr>
        <a:xfrm>
          <a:off x="4826927" y="931853"/>
          <a:ext cx="1465249" cy="1465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C65DD-6B18-49EB-9012-72346E99784B}">
      <dsp:nvSpPr>
        <dsp:cNvPr id="0" name=""/>
        <dsp:cNvSpPr/>
      </dsp:nvSpPr>
      <dsp:spPr>
        <a:xfrm>
          <a:off x="3931496" y="2782986"/>
          <a:ext cx="325611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Security</a:t>
          </a:r>
        </a:p>
      </dsp:txBody>
      <dsp:txXfrm>
        <a:off x="3931496" y="2782986"/>
        <a:ext cx="3256110" cy="720000"/>
      </dsp:txXfrm>
    </dsp:sp>
    <dsp:sp modelId="{E36FDA23-1640-4FB3-8857-3F5DC6B5DCCC}">
      <dsp:nvSpPr>
        <dsp:cNvPr id="0" name=""/>
        <dsp:cNvSpPr/>
      </dsp:nvSpPr>
      <dsp:spPr>
        <a:xfrm>
          <a:off x="8652856" y="931853"/>
          <a:ext cx="1465249" cy="1465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D46D2B-8C52-4A81-9771-0A784873D753}">
      <dsp:nvSpPr>
        <dsp:cNvPr id="0" name=""/>
        <dsp:cNvSpPr/>
      </dsp:nvSpPr>
      <dsp:spPr>
        <a:xfrm>
          <a:off x="7757426" y="2782986"/>
          <a:ext cx="325611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Maintainability</a:t>
          </a:r>
        </a:p>
      </dsp:txBody>
      <dsp:txXfrm>
        <a:off x="7757426" y="2782986"/>
        <a:ext cx="325611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69E4F-9756-4BBA-8C66-5173E64C0337}">
      <dsp:nvSpPr>
        <dsp:cNvPr id="0" name=""/>
        <dsp:cNvSpPr/>
      </dsp:nvSpPr>
      <dsp:spPr>
        <a:xfrm>
          <a:off x="0" y="3464"/>
          <a:ext cx="11119103" cy="7379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2D73F-C8EF-4C09-B577-60998CE6B669}">
      <dsp:nvSpPr>
        <dsp:cNvPr id="0" name=""/>
        <dsp:cNvSpPr/>
      </dsp:nvSpPr>
      <dsp:spPr>
        <a:xfrm>
          <a:off x="223240" y="169511"/>
          <a:ext cx="405891" cy="4058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F3552-020E-4F80-8404-C626F88A6A7D}">
      <dsp:nvSpPr>
        <dsp:cNvPr id="0" name=""/>
        <dsp:cNvSpPr/>
      </dsp:nvSpPr>
      <dsp:spPr>
        <a:xfrm>
          <a:off x="852372" y="3464"/>
          <a:ext cx="10266731" cy="73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03" tIns="78103" rIns="78103" bIns="7810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the Goal Management module, users can create and track goals. </a:t>
          </a:r>
        </a:p>
      </dsp:txBody>
      <dsp:txXfrm>
        <a:off x="852372" y="3464"/>
        <a:ext cx="10266731" cy="737985"/>
      </dsp:txXfrm>
    </dsp:sp>
    <dsp:sp modelId="{9877BD98-EC28-4A15-A18A-92E92035DFE0}">
      <dsp:nvSpPr>
        <dsp:cNvPr id="0" name=""/>
        <dsp:cNvSpPr/>
      </dsp:nvSpPr>
      <dsp:spPr>
        <a:xfrm>
          <a:off x="0" y="925946"/>
          <a:ext cx="11119103" cy="7379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B50E4B-9424-441D-AE41-A469E75C07EA}">
      <dsp:nvSpPr>
        <dsp:cNvPr id="0" name=""/>
        <dsp:cNvSpPr/>
      </dsp:nvSpPr>
      <dsp:spPr>
        <a:xfrm>
          <a:off x="223240" y="1091992"/>
          <a:ext cx="405891" cy="4058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B6D043-4653-4B93-9D42-DB2EE5799103}">
      <dsp:nvSpPr>
        <dsp:cNvPr id="0" name=""/>
        <dsp:cNvSpPr/>
      </dsp:nvSpPr>
      <dsp:spPr>
        <a:xfrm>
          <a:off x="852372" y="925946"/>
          <a:ext cx="10266731" cy="73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03" tIns="78103" rIns="78103" bIns="7810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They can also easily update and delete the goals if required.</a:t>
          </a:r>
        </a:p>
      </dsp:txBody>
      <dsp:txXfrm>
        <a:off x="852372" y="925946"/>
        <a:ext cx="10266731" cy="737985"/>
      </dsp:txXfrm>
    </dsp:sp>
    <dsp:sp modelId="{FAF299D8-2BD5-4236-8D55-F9FCB2D6995A}">
      <dsp:nvSpPr>
        <dsp:cNvPr id="0" name=""/>
        <dsp:cNvSpPr/>
      </dsp:nvSpPr>
      <dsp:spPr>
        <a:xfrm>
          <a:off x="0" y="1848427"/>
          <a:ext cx="11119103" cy="7379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A04656-3710-4452-9818-FA51C4CBFEEC}">
      <dsp:nvSpPr>
        <dsp:cNvPr id="0" name=""/>
        <dsp:cNvSpPr/>
      </dsp:nvSpPr>
      <dsp:spPr>
        <a:xfrm>
          <a:off x="223240" y="2014474"/>
          <a:ext cx="405891" cy="4058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BB657-D036-4FCE-8C3E-CB036627EC32}">
      <dsp:nvSpPr>
        <dsp:cNvPr id="0" name=""/>
        <dsp:cNvSpPr/>
      </dsp:nvSpPr>
      <dsp:spPr>
        <a:xfrm>
          <a:off x="852372" y="1848427"/>
          <a:ext cx="10266731" cy="73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03" tIns="78103" rIns="78103" bIns="7810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Each goal adheres to the SMART criterial and includes details such as the name, description, priority, start date, due date, status etc. </a:t>
          </a:r>
        </a:p>
      </dsp:txBody>
      <dsp:txXfrm>
        <a:off x="852372" y="1848427"/>
        <a:ext cx="10266731" cy="737985"/>
      </dsp:txXfrm>
    </dsp:sp>
    <dsp:sp modelId="{54AB28E9-A526-4F17-8CE8-740D796406AD}">
      <dsp:nvSpPr>
        <dsp:cNvPr id="0" name=""/>
        <dsp:cNvSpPr/>
      </dsp:nvSpPr>
      <dsp:spPr>
        <a:xfrm>
          <a:off x="0" y="2770908"/>
          <a:ext cx="11119103" cy="7379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8EC38D-73C0-4C5B-9123-EF6F0E28FD91}">
      <dsp:nvSpPr>
        <dsp:cNvPr id="0" name=""/>
        <dsp:cNvSpPr/>
      </dsp:nvSpPr>
      <dsp:spPr>
        <a:xfrm>
          <a:off x="223240" y="2936955"/>
          <a:ext cx="405891" cy="4058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96471-2499-4BE3-9D86-66FC6B8F79B5}">
      <dsp:nvSpPr>
        <dsp:cNvPr id="0" name=""/>
        <dsp:cNvSpPr/>
      </dsp:nvSpPr>
      <dsp:spPr>
        <a:xfrm>
          <a:off x="852372" y="2770908"/>
          <a:ext cx="10266731" cy="73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03" tIns="78103" rIns="78103" bIns="7810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Additionally, each goal consists of a set of tasks making the goals measurable and track the progress. </a:t>
          </a:r>
        </a:p>
      </dsp:txBody>
      <dsp:txXfrm>
        <a:off x="852372" y="2770908"/>
        <a:ext cx="10266731" cy="737985"/>
      </dsp:txXfrm>
    </dsp:sp>
    <dsp:sp modelId="{28F49B78-5BCC-4525-9A13-5DFF2E6E9187}">
      <dsp:nvSpPr>
        <dsp:cNvPr id="0" name=""/>
        <dsp:cNvSpPr/>
      </dsp:nvSpPr>
      <dsp:spPr>
        <a:xfrm>
          <a:off x="0" y="3693390"/>
          <a:ext cx="11119103" cy="7379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6D1E7C-991D-4708-B60E-FE80F9730D06}">
      <dsp:nvSpPr>
        <dsp:cNvPr id="0" name=""/>
        <dsp:cNvSpPr/>
      </dsp:nvSpPr>
      <dsp:spPr>
        <a:xfrm>
          <a:off x="223240" y="3859436"/>
          <a:ext cx="405891" cy="4058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9990F-3F4F-47A6-880A-917412C9BD33}">
      <dsp:nvSpPr>
        <dsp:cNvPr id="0" name=""/>
        <dsp:cNvSpPr/>
      </dsp:nvSpPr>
      <dsp:spPr>
        <a:xfrm>
          <a:off x="852372" y="3693390"/>
          <a:ext cx="10266731" cy="73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03" tIns="78103" rIns="78103" bIns="7810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Gemini model assists users in the goal creation process.</a:t>
          </a:r>
        </a:p>
      </dsp:txBody>
      <dsp:txXfrm>
        <a:off x="852372" y="3693390"/>
        <a:ext cx="10266731" cy="737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195169"/>
            <a:ext cx="5693664" cy="768096"/>
          </a:xfrm>
        </p:spPr>
        <p:txBody>
          <a:bodyPr anchor="t">
            <a:normAutofit/>
          </a:bodyPr>
          <a:lstStyle/>
          <a:p>
            <a:r>
              <a:rPr lang="en-US" err="1"/>
              <a:t>WorkWise</a:t>
            </a:r>
            <a:endParaRPr lang="en-US" b="1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141154"/>
            <a:ext cx="5693664" cy="312216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US"/>
              <a:t>ADAPTIVE WORK MANAGEMENT APPLICATION FOR ELEVATED PRODUCTIVITY  </a:t>
            </a:r>
          </a:p>
          <a:p>
            <a:pPr>
              <a:spcAft>
                <a:spcPts val="600"/>
              </a:spcAft>
            </a:pPr>
            <a:endParaRPr lang="en-US">
              <a:cs typeface="Sabon Next LT"/>
            </a:endParaRPr>
          </a:p>
          <a:p>
            <a:pPr>
              <a:spcAft>
                <a:spcPts val="600"/>
              </a:spcAft>
            </a:pPr>
            <a:r>
              <a:rPr lang="en-US">
                <a:cs typeface="Sabon Next LT"/>
              </a:rPr>
              <a:t>PAVITHRA S</a:t>
            </a:r>
          </a:p>
          <a:p>
            <a:pPr>
              <a:spcAft>
                <a:spcPts val="600"/>
              </a:spcAft>
            </a:pPr>
            <a:r>
              <a:rPr lang="en-US">
                <a:cs typeface="Sabon Next LT"/>
              </a:rPr>
              <a:t>2022MT93172</a:t>
            </a:r>
            <a:endParaRPr lang="en-US"/>
          </a:p>
          <a:p>
            <a:pPr>
              <a:spcAft>
                <a:spcPts val="600"/>
              </a:spcAft>
            </a:pPr>
            <a:endParaRPr lang="en-US">
              <a:cs typeface="Sabon Next LT"/>
            </a:endParaRPr>
          </a:p>
          <a:p>
            <a:pPr>
              <a:spcAft>
                <a:spcPts val="600"/>
              </a:spcAft>
            </a:pPr>
            <a:endParaRPr lang="en-US">
              <a:cs typeface="Sabon Next LT"/>
            </a:endParaRPr>
          </a:p>
          <a:p>
            <a:pPr>
              <a:spcAft>
                <a:spcPts val="600"/>
              </a:spcAft>
            </a:pPr>
            <a:endParaRPr lang="en-US">
              <a:cs typeface="Sabon Next LT"/>
            </a:endParaRPr>
          </a:p>
        </p:txBody>
      </p:sp>
      <p:sp>
        <p:nvSpPr>
          <p:cNvPr id="8" name="Slide Number Placeholder 3" hidden="1">
            <a:extLst>
              <a:ext uri="{FF2B5EF4-FFF2-40B4-BE49-F238E27FC236}">
                <a16:creationId xmlns:a16="http://schemas.microsoft.com/office/drawing/2014/main" id="{886178B4-0C39-10DF-6ECE-B1694E51E9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45368" y="457200"/>
            <a:ext cx="987552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6F4CF1AD-4E76-C5B8-799C-A60741155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219" y="899767"/>
            <a:ext cx="3607214" cy="357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9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AF64-9AAA-D861-FB7D-0F22099E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94" y="691103"/>
            <a:ext cx="5693664" cy="768096"/>
          </a:xfrm>
        </p:spPr>
        <p:txBody>
          <a:bodyPr/>
          <a:lstStyle/>
          <a:p>
            <a:r>
              <a:rPr lang="en-US" err="1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583D4-2598-6D43-8B58-9FA753AFE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493" y="1716358"/>
            <a:ext cx="5693664" cy="23932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Introduction</a:t>
            </a:r>
            <a:endParaRPr lang="en-US" sz="2000">
              <a:cs typeface="Sabon Next LT"/>
            </a:endParaRPr>
          </a:p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Application architecture</a:t>
            </a:r>
          </a:p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Component Diagram</a:t>
            </a:r>
          </a:p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What is </a:t>
            </a:r>
            <a:r>
              <a:rPr lang="en-US" sz="2000" err="1">
                <a:cs typeface="Sabon Next LT"/>
              </a:rPr>
              <a:t>GenAI</a:t>
            </a:r>
            <a:r>
              <a:rPr lang="en-US" sz="2000" dirty="0">
                <a:cs typeface="Sabon Next LT"/>
              </a:rPr>
              <a:t>?</a:t>
            </a:r>
          </a:p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Gemini Integration</a:t>
            </a:r>
          </a:p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Design Specifications</a:t>
            </a:r>
          </a:p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Goal Management</a:t>
            </a:r>
          </a:p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Task Management</a:t>
            </a:r>
          </a:p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Dashboard</a:t>
            </a:r>
          </a:p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Application Demo</a:t>
            </a:r>
          </a:p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3399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7EBE-3496-DCEE-7251-BFFBECAE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7204" y="699194"/>
            <a:ext cx="6766560" cy="768096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687D5-F1D0-DC78-2897-CDF6DC193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4528" y="1709485"/>
            <a:ext cx="7507095" cy="482118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2000">
                <a:cs typeface="Sabon Next LT"/>
              </a:rPr>
              <a:t>The "Adaptive Work Management Application for Elevated Productivity" system, </a:t>
            </a:r>
            <a:r>
              <a:rPr lang="en-US" sz="2000" b="1">
                <a:cs typeface="Sabon Next LT"/>
              </a:rPr>
              <a:t>Workwise</a:t>
            </a:r>
            <a:r>
              <a:rPr lang="en-US" sz="2000">
                <a:cs typeface="Sabon Next LT"/>
              </a:rPr>
              <a:t>, aims to help working professionals with task management and goal setting by leveraging </a:t>
            </a:r>
            <a:r>
              <a:rPr lang="en-US" sz="2000" err="1">
                <a:cs typeface="Sabon Next LT"/>
              </a:rPr>
              <a:t>GenAI</a:t>
            </a:r>
            <a:r>
              <a:rPr lang="en-US" sz="2000">
                <a:cs typeface="Sabon Next LT"/>
              </a:rPr>
              <a:t> technology.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2000">
                <a:cs typeface="Sabon Next LT"/>
              </a:rPr>
              <a:t>Gemini, the chosen </a:t>
            </a:r>
            <a:r>
              <a:rPr lang="en-US" sz="2000" err="1">
                <a:cs typeface="Sabon Next LT"/>
              </a:rPr>
              <a:t>GenAI</a:t>
            </a:r>
            <a:r>
              <a:rPr lang="en-US" sz="2000">
                <a:cs typeface="Sabon Next LT"/>
              </a:rPr>
              <a:t> model, is seamlessly integrated into the core functionality of the application. 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2000">
                <a:cs typeface="Sabon Next LT"/>
              </a:rPr>
              <a:t>By harnessing Gemini's capabilities, the application provides personalized recommendations to the users.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2000">
                <a:cs typeface="Sabon Next LT"/>
              </a:rPr>
              <a:t>It ensures that tasks are prioritized effectively, and goals are set in alignment with the SMART criteria.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endParaRPr lang="en-US" sz="2000">
              <a:cs typeface="Sabon Next LT"/>
            </a:endParaRPr>
          </a:p>
          <a:p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0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7BEDE-0E1E-7810-60A1-0C6CE171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" y="-340732"/>
            <a:ext cx="8120357" cy="1600200"/>
          </a:xfrm>
        </p:spPr>
        <p:txBody>
          <a:bodyPr anchor="b">
            <a:normAutofit/>
          </a:bodyPr>
          <a:lstStyle/>
          <a:p>
            <a:r>
              <a:rPr lang="en-US"/>
              <a:t>APPLICATION ARCHITECTURE</a:t>
            </a:r>
          </a:p>
        </p:txBody>
      </p:sp>
      <p:pic>
        <p:nvPicPr>
          <p:cNvPr id="9" name="Picture 8" descr="A diagram of a computer application&#10;&#10;Description automatically generated">
            <a:extLst>
              <a:ext uri="{FF2B5EF4-FFF2-40B4-BE49-F238E27FC236}">
                <a16:creationId xmlns:a16="http://schemas.microsoft.com/office/drawing/2014/main" id="{2B402DE9-87BF-91A2-621C-CDDC3A363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487350"/>
            <a:ext cx="894397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59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7BEDE-0E1E-7810-60A1-0C6CE171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Component diagram</a:t>
            </a:r>
            <a:endParaRPr lang="en-US"/>
          </a:p>
        </p:txBody>
      </p:sp>
      <p:pic>
        <p:nvPicPr>
          <p:cNvPr id="3" name="Picture 2" descr="A diagram of a software system&#10;&#10;Description automatically generated">
            <a:extLst>
              <a:ext uri="{FF2B5EF4-FFF2-40B4-BE49-F238E27FC236}">
                <a16:creationId xmlns:a16="http://schemas.microsoft.com/office/drawing/2014/main" id="{88631AEC-8E6B-5963-96C8-3234A09B8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294" y="987425"/>
            <a:ext cx="5553988" cy="4873625"/>
          </a:xfrm>
          <a:prstGeom prst="rect">
            <a:avLst/>
          </a:prstGeom>
          <a:noFill/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890A883-903E-232B-1BEB-A9FC57F02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77661"/>
            <a:ext cx="3932237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Sabon Next LT"/>
              </a:rPr>
              <a:t>The Component Diagram elaborates on the containers within the </a:t>
            </a:r>
            <a:r>
              <a:rPr lang="en-US" sz="2000" err="1">
                <a:cs typeface="Sabon Next LT"/>
              </a:rPr>
              <a:t>WorkWise</a:t>
            </a:r>
            <a:r>
              <a:rPr lang="en-US" sz="2000" dirty="0">
                <a:cs typeface="Sabon Next LT"/>
              </a:rPr>
              <a:t> API application. The four main components: The Task Management Controller, Goal Management Controller, Dashboard Controller, and </a:t>
            </a:r>
            <a:r>
              <a:rPr lang="en-US" sz="2000" err="1">
                <a:cs typeface="Sabon Next LT"/>
              </a:rPr>
              <a:t>GenAI</a:t>
            </a:r>
            <a:r>
              <a:rPr lang="en-US" sz="2000" dirty="0">
                <a:cs typeface="Sabon Next LT"/>
              </a:rPr>
              <a:t> Controller. The diagram also shows how the different components interact with each other.</a:t>
            </a:r>
          </a:p>
          <a:p>
            <a:endParaRPr lang="en-US" sz="2000" dirty="0">
              <a:cs typeface="Sabon Next LT"/>
            </a:endParaRPr>
          </a:p>
        </p:txBody>
      </p:sp>
    </p:spTree>
    <p:extLst>
      <p:ext uri="{BB962C8B-B14F-4D97-AF65-F5344CB8AC3E}">
        <p14:creationId xmlns:p14="http://schemas.microsoft.com/office/powerpoint/2010/main" val="2342596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E4BD-D79F-5C91-529B-EAB049185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82" y="840674"/>
            <a:ext cx="10671048" cy="7680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b="1" kern="1200" cap="all" baseline="0" dirty="0">
                <a:latin typeface="+mj-lt"/>
                <a:ea typeface="+mj-ea"/>
                <a:cs typeface="+mj-cs"/>
              </a:rPr>
              <a:t>What is GENAI?</a:t>
            </a:r>
            <a:endParaRPr lang="en-US" dirty="0">
              <a:ea typeface="+mj-ea"/>
              <a:cs typeface="+mj-cs"/>
            </a:endParaRPr>
          </a:p>
        </p:txBody>
      </p:sp>
      <p:graphicFrame>
        <p:nvGraphicFramePr>
          <p:cNvPr id="1119" name="Content Placeholder 2">
            <a:extLst>
              <a:ext uri="{FF2B5EF4-FFF2-40B4-BE49-F238E27FC236}">
                <a16:creationId xmlns:a16="http://schemas.microsoft.com/office/drawing/2014/main" id="{F8968E8F-DF4D-D847-11F1-0D9E0F48A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270307"/>
              </p:ext>
            </p:extLst>
          </p:nvPr>
        </p:nvGraphicFramePr>
        <p:xfrm>
          <a:off x="537461" y="1614104"/>
          <a:ext cx="10903786" cy="4719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8855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BF21-8B15-042B-68B6-8DD22E09E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485" y="554073"/>
            <a:ext cx="6766560" cy="768096"/>
          </a:xfrm>
        </p:spPr>
        <p:txBody>
          <a:bodyPr anchor="t">
            <a:normAutofit/>
          </a:bodyPr>
          <a:lstStyle/>
          <a:p>
            <a:r>
              <a:rPr lang="en-US" sz="4100" dirty="0"/>
              <a:t>Gemini integration</a:t>
            </a:r>
          </a:p>
        </p:txBody>
      </p:sp>
      <p:pic>
        <p:nvPicPr>
          <p:cNvPr id="12" name="Content Placeholder 11" descr="A line of text on a white background&#10;&#10;Description automatically generated">
            <a:extLst>
              <a:ext uri="{FF2B5EF4-FFF2-40B4-BE49-F238E27FC236}">
                <a16:creationId xmlns:a16="http://schemas.microsoft.com/office/drawing/2014/main" id="{EFEBC7C4-B747-5BC4-8BD6-2C6E6CE581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8941" y="3178577"/>
            <a:ext cx="7184254" cy="2877223"/>
          </a:xfr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3C5E28-7B60-0E37-2302-B47C198AB3DF}"/>
              </a:ext>
            </a:extLst>
          </p:cNvPr>
          <p:cNvSpPr txBox="1"/>
          <p:nvPr/>
        </p:nvSpPr>
        <p:spPr>
          <a:xfrm>
            <a:off x="4216400" y="1588052"/>
            <a:ext cx="7193722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dirty="0">
                <a:solidFill>
                  <a:schemeClr val="accent6"/>
                </a:solidFill>
                <a:cs typeface="Sabon Next LT"/>
              </a:rPr>
              <a:t>The</a:t>
            </a:r>
            <a:r>
              <a:rPr lang="en-US" sz="1600" kern="0" dirty="0">
                <a:latin typeface="Sabon Next LT"/>
                <a:ea typeface="MS Mincho"/>
                <a:cs typeface="Arial"/>
              </a:rPr>
              <a:t> </a:t>
            </a:r>
            <a:r>
              <a:rPr lang="en-US" sz="1600" err="1">
                <a:solidFill>
                  <a:schemeClr val="accent6"/>
                </a:solidFill>
                <a:cs typeface="Sabon Next LT"/>
              </a:rPr>
              <a:t>GenAI</a:t>
            </a:r>
            <a:r>
              <a:rPr lang="en-US" sz="1600" dirty="0">
                <a:solidFill>
                  <a:schemeClr val="accent6"/>
                </a:solidFill>
                <a:cs typeface="Sabon Next LT"/>
              </a:rPr>
              <a:t> model used in </a:t>
            </a:r>
            <a:r>
              <a:rPr lang="en-US" sz="1600" err="1">
                <a:solidFill>
                  <a:schemeClr val="accent6"/>
                </a:solidFill>
                <a:cs typeface="Sabon Next LT"/>
              </a:rPr>
              <a:t>WorkWise</a:t>
            </a:r>
            <a:r>
              <a:rPr lang="en-US" sz="1600" dirty="0">
                <a:solidFill>
                  <a:schemeClr val="accent6"/>
                </a:solidFill>
                <a:cs typeface="Sabon Next LT"/>
              </a:rPr>
              <a:t> is Gemini, provided by Google. This advanced artificial intelligence model is chosen for its growing popularity and accessibility. It offers a free developer version currently, making it an ideal choice for testing and integration into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03649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1CC9B-F77D-BA85-7E8E-C2A28D118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</p:spPr>
        <p:txBody>
          <a:bodyPr anchor="t">
            <a:normAutofit/>
          </a:bodyPr>
          <a:lstStyle/>
          <a:p>
            <a:r>
              <a:rPr lang="en-US" dirty="0"/>
              <a:t>DESIGN SPECIFICATIONS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2E1183-AA55-2F23-A885-87121B2DDB9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46212779"/>
              </p:ext>
            </p:extLst>
          </p:nvPr>
        </p:nvGraphicFramePr>
        <p:xfrm>
          <a:off x="539496" y="2103120"/>
          <a:ext cx="11119104" cy="4434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0724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827D-0207-F7B9-3379-EEE29376D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82" y="575630"/>
            <a:ext cx="10671048" cy="768096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GOAL MANAGEMENT</a:t>
            </a:r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CF8DDCB-A5E3-5D1E-64B2-547137F3A1F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92793440"/>
              </p:ext>
            </p:extLst>
          </p:nvPr>
        </p:nvGraphicFramePr>
        <p:xfrm>
          <a:off x="539496" y="1827033"/>
          <a:ext cx="11119104" cy="4434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3316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E077-EDA8-66FE-A261-B46FB4D41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TASK MANAGEMENT</a:t>
            </a:r>
            <a:endParaRPr lang="en-US"/>
          </a:p>
        </p:txBody>
      </p:sp>
      <p:pic>
        <p:nvPicPr>
          <p:cNvPr id="6" name="Picture 5" descr="A diagram of a task management process&#10;&#10;Description automatically generated">
            <a:extLst>
              <a:ext uri="{FF2B5EF4-FFF2-40B4-BE49-F238E27FC236}">
                <a16:creationId xmlns:a16="http://schemas.microsoft.com/office/drawing/2014/main" id="{89FBB757-A7AA-EF56-F5E2-AA37F5D07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716" y="987425"/>
            <a:ext cx="6169144" cy="4873625"/>
          </a:xfrm>
          <a:prstGeom prst="rect">
            <a:avLst/>
          </a:prstGeom>
          <a:noFill/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6D0DE65-5AFC-B461-16F0-4DA16D3D2DA1}"/>
              </a:ext>
            </a:extLst>
          </p:cNvPr>
          <p:cNvSpPr txBox="1">
            <a:spLocks/>
          </p:cNvSpPr>
          <p:nvPr/>
        </p:nvSpPr>
        <p:spPr>
          <a:xfrm>
            <a:off x="839789" y="2223052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cs typeface="Sabon Next LT"/>
              </a:rPr>
              <a:t>The Task Management module lets users perform various actions like creating, updating, deleting, and viewing individual tasks like maintaining a to do list. </a:t>
            </a:r>
          </a:p>
          <a:p>
            <a:endParaRPr lang="en-US" sz="2000" dirty="0">
              <a:cs typeface="Sabon Next LT"/>
            </a:endParaRPr>
          </a:p>
          <a:p>
            <a:r>
              <a:rPr lang="en-US" sz="2000" dirty="0">
                <a:cs typeface="Sabon Next LT"/>
              </a:rPr>
              <a:t>Each task includes details such as Task Name, Task Description, Priority, Start Date, Due Date, Status, etc. </a:t>
            </a:r>
            <a:endParaRPr lang="en-US" dirty="0"/>
          </a:p>
          <a:p>
            <a:endParaRPr lang="en-US" sz="2000" dirty="0">
              <a:cs typeface="Sabon Next LT"/>
            </a:endParaRPr>
          </a:p>
          <a:p>
            <a:endParaRPr lang="en-US" sz="2000" dirty="0">
              <a:cs typeface="Sabon Next LT"/>
            </a:endParaRPr>
          </a:p>
          <a:p>
            <a:endParaRPr lang="en-US" sz="2000" dirty="0">
              <a:cs typeface="Sabon Next LT"/>
            </a:endParaRPr>
          </a:p>
        </p:txBody>
      </p:sp>
    </p:spTree>
    <p:extLst>
      <p:ext uri="{BB962C8B-B14F-4D97-AF65-F5344CB8AC3E}">
        <p14:creationId xmlns:p14="http://schemas.microsoft.com/office/powerpoint/2010/main" val="3164648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1CC9B-F77D-BA85-7E8E-C2A28D118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697109"/>
            <a:ext cx="10671048" cy="768096"/>
          </a:xfrm>
        </p:spPr>
        <p:txBody>
          <a:bodyPr anchor="t">
            <a:normAutofit/>
          </a:bodyPr>
          <a:lstStyle/>
          <a:p>
            <a:pPr algn="l"/>
            <a:r>
              <a:rPr lang="en-US" sz="3600" dirty="0"/>
              <a:t>DASHBOARD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3EAE49C1-8E52-69C1-4B10-BA9557741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496" y="1473642"/>
            <a:ext cx="11119104" cy="44348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7345" indent="-347345"/>
            <a:r>
              <a:rPr lang="en-US" dirty="0">
                <a:cs typeface="Sabon Next LT"/>
              </a:rPr>
              <a:t>The Dashboard Insights module helps users keep track of their tasks and goals in one place, making it easy to see how they're doing.</a:t>
            </a:r>
          </a:p>
          <a:p>
            <a:pPr marL="347345" indent="-347345"/>
            <a:endParaRPr lang="en-US" dirty="0">
              <a:cs typeface="Sabon Next LT"/>
            </a:endParaRPr>
          </a:p>
        </p:txBody>
      </p:sp>
      <p:pic>
        <p:nvPicPr>
          <p:cNvPr id="29" name="Picture 28" descr="A screenshot of a computer&#10;&#10;Description automatically generated">
            <a:extLst>
              <a:ext uri="{FF2B5EF4-FFF2-40B4-BE49-F238E27FC236}">
                <a16:creationId xmlns:a16="http://schemas.microsoft.com/office/drawing/2014/main" id="{6FA647C5-B8C0-9B24-B9B6-B1FCCE33A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771" y="2460901"/>
            <a:ext cx="6667500" cy="36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52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C0FC-397B-185F-4BE9-FF06C280A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46" y="724565"/>
            <a:ext cx="6766560" cy="768096"/>
          </a:xfrm>
        </p:spPr>
        <p:txBody>
          <a:bodyPr/>
          <a:lstStyle/>
          <a:p>
            <a:r>
              <a:rPr lang="en-US" dirty="0"/>
              <a:t>APPLICATION DEMO</a:t>
            </a:r>
          </a:p>
        </p:txBody>
      </p:sp>
    </p:spTree>
    <p:extLst>
      <p:ext uri="{BB962C8B-B14F-4D97-AF65-F5344CB8AC3E}">
        <p14:creationId xmlns:p14="http://schemas.microsoft.com/office/powerpoint/2010/main" val="925415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7EBE-3496-DCEE-7251-BFFBECAE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7204" y="699194"/>
            <a:ext cx="6766560" cy="768096"/>
          </a:xfrm>
        </p:spPr>
        <p:txBody>
          <a:bodyPr/>
          <a:lstStyle/>
          <a:p>
            <a:r>
              <a:rPr lang="en-US" dirty="0" err="1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687D5-F1D0-DC78-2897-CDF6DC193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4528" y="1709485"/>
            <a:ext cx="7507095" cy="482118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000" dirty="0">
                <a:cs typeface="Sabon Next LT"/>
              </a:rPr>
              <a:t>In conclusion, the "Adaptive Work Management Application for Elevated Productivity" demonstrates the potential of integrating </a:t>
            </a:r>
            <a:r>
              <a:rPr lang="en-US" sz="2000" dirty="0" err="1">
                <a:cs typeface="Sabon Next LT"/>
              </a:rPr>
              <a:t>GenAI</a:t>
            </a:r>
            <a:r>
              <a:rPr lang="en-US" sz="2000" dirty="0">
                <a:cs typeface="Sabon Next LT"/>
              </a:rPr>
              <a:t> technology into existing applications to enhance productivity and goal achievement for working professionals. </a:t>
            </a:r>
            <a:endParaRPr lang="en-US" sz="20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000" dirty="0">
                <a:ea typeface="+mn-lt"/>
                <a:cs typeface="+mn-lt"/>
              </a:rPr>
              <a:t>Through the implementation of key modules such as goal setting, the application offers a user-friendly solution aimed at facilitating efficient task management.</a:t>
            </a:r>
            <a:endParaRPr lang="en-US" sz="20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2000" dirty="0">
                <a:cs typeface="Sabon Next LT"/>
              </a:rPr>
              <a:t>While </a:t>
            </a:r>
            <a:r>
              <a:rPr lang="en-US" sz="2000" dirty="0" err="1">
                <a:cs typeface="Sabon Next LT"/>
              </a:rPr>
              <a:t>GenAI</a:t>
            </a:r>
            <a:r>
              <a:rPr lang="en-US" sz="2000" dirty="0">
                <a:cs typeface="Sabon Next LT"/>
              </a:rPr>
              <a:t>-based intelligence offers significant potential, there may be instances where it provides inaccurate or unreliable information, particularly during its developmental stages. 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endParaRPr lang="en-US" sz="2000">
              <a:cs typeface="Sabon Next LT"/>
            </a:endParaRPr>
          </a:p>
          <a:p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07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272" y="2410110"/>
            <a:ext cx="4169664" cy="667512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7DFD8-D262-D485-B1F2-817C5A092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429000"/>
            <a:ext cx="5139549" cy="2176272"/>
          </a:xfrm>
        </p:spPr>
        <p:txBody>
          <a:bodyPr vert="horz" lIns="91440" tIns="0" rIns="91440" bIns="0" rtlCol="0" anchor="t">
            <a:noAutofit/>
          </a:bodyPr>
          <a:lstStyle/>
          <a:p>
            <a:r>
              <a:rPr lang="en-US" dirty="0"/>
              <a:t>Pavithra S</a:t>
            </a:r>
          </a:p>
          <a:p>
            <a:r>
              <a:rPr lang="en-US" dirty="0">
                <a:cs typeface="Sabon Next LT"/>
              </a:rPr>
              <a:t>2022MT93172</a:t>
            </a:r>
            <a:endParaRPr lang="en-US" dirty="0"/>
          </a:p>
          <a:p>
            <a:r>
              <a:rPr lang="en-US" dirty="0"/>
              <a:t>2022mt93172@wilp.bits-pilani.ac.in</a:t>
            </a:r>
            <a:endParaRPr lang="en-US" dirty="0">
              <a:cs typeface="Sabon Next LT"/>
            </a:endParaRPr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-Color-Block_Win32_jx_v9.potx" id="{B1D493D9-AF74-4AD6-8F0C-5B1308D7041B}" vid="{1AA99070-5A1F-42D2-9F5B-E7354C964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{507557CA-0882-4C1A-9F94-4EA5A8364592}tf78438558_win32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WorkWise</vt:lpstr>
      <vt:lpstr>COntents</vt:lpstr>
      <vt:lpstr>INTRODUCTION</vt:lpstr>
      <vt:lpstr>APPLICATION ARCHITECTURE</vt:lpstr>
      <vt:lpstr>Component diagram</vt:lpstr>
      <vt:lpstr>What is GENAI?</vt:lpstr>
      <vt:lpstr>Gemini integration</vt:lpstr>
      <vt:lpstr>DESIGN SPECIFICATIONS</vt:lpstr>
      <vt:lpstr>GOAL MANAGEMENT</vt:lpstr>
      <vt:lpstr>TASK MANAGEMENT</vt:lpstr>
      <vt:lpstr>DASHBOARD</vt:lpstr>
      <vt:lpstr>APPLICATION DEMO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 MANAGER</dc:title>
  <dc:subject/>
  <dc:creator>Pavithra Selvaraj</dc:creator>
  <cp:revision>180</cp:revision>
  <dcterms:created xsi:type="dcterms:W3CDTF">2023-05-21T11:34:00Z</dcterms:created>
  <dcterms:modified xsi:type="dcterms:W3CDTF">2024-04-30T11:24:57Z</dcterms:modified>
</cp:coreProperties>
</file>